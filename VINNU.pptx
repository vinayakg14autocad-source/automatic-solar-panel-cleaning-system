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1" r:id="rId1"/>
    <p:sldMasterId id="2147483893" r:id="rId2"/>
  </p:sldMasterIdLst>
  <p:notesMasterIdLst>
    <p:notesMasterId r:id="rId16"/>
  </p:notesMasterIdLst>
  <p:sldIdLst>
    <p:sldId id="256" r:id="rId3"/>
    <p:sldId id="258" r:id="rId4"/>
    <p:sldId id="257" r:id="rId5"/>
    <p:sldId id="259" r:id="rId6"/>
    <p:sldId id="277" r:id="rId7"/>
    <p:sldId id="260" r:id="rId8"/>
    <p:sldId id="275" r:id="rId9"/>
    <p:sldId id="274" r:id="rId10"/>
    <p:sldId id="272" r:id="rId11"/>
    <p:sldId id="278" r:id="rId12"/>
    <p:sldId id="265" r:id="rId13"/>
    <p:sldId id="276" r:id="rId14"/>
    <p:sldId id="27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697613-8DFC-490E-A12F-18701381E66F}" v="335" dt="2026-09-05T10:53:01.4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varScale="1">
        <p:scale>
          <a:sx n="78" d="100"/>
          <a:sy n="78" d="100"/>
        </p:scale>
        <p:origin x="878"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uvaneshwari kubakaddi" userId="3eca82c115f8ef26" providerId="LiveId" clId="{55E2EDA8-30BE-4659-8FAB-9B27D861CD65}"/>
    <pc:docChg chg="undo redo custSel addSld delSld modSld sldOrd delMainMaster modMainMaster">
      <pc:chgData name="bhuvaneshwari kubakaddi" userId="3eca82c115f8ef26" providerId="LiveId" clId="{55E2EDA8-30BE-4659-8FAB-9B27D861CD65}" dt="2026-09-05T11:04:18.293" v="2509" actId="208"/>
      <pc:docMkLst>
        <pc:docMk/>
      </pc:docMkLst>
      <pc:sldChg chg="addSp delSp modSp mod modTransition">
        <pc:chgData name="bhuvaneshwari kubakaddi" userId="3eca82c115f8ef26" providerId="LiveId" clId="{55E2EDA8-30BE-4659-8FAB-9B27D861CD65}" dt="2026-09-05T11:04:18.293" v="2509" actId="208"/>
        <pc:sldMkLst>
          <pc:docMk/>
          <pc:sldMk cId="1268211436" sldId="256"/>
        </pc:sldMkLst>
        <pc:spChg chg="add del mod">
          <ac:chgData name="bhuvaneshwari kubakaddi" userId="3eca82c115f8ef26" providerId="LiveId" clId="{55E2EDA8-30BE-4659-8FAB-9B27D861CD65}" dt="2026-08-29T14:50:45.030" v="1145" actId="47"/>
          <ac:spMkLst>
            <pc:docMk/>
            <pc:sldMk cId="1268211436" sldId="256"/>
            <ac:spMk id="2" creationId="{ED3B6D83-450B-FA91-BB81-E451603A3568}"/>
          </ac:spMkLst>
        </pc:spChg>
        <pc:spChg chg="mod">
          <ac:chgData name="bhuvaneshwari kubakaddi" userId="3eca82c115f8ef26" providerId="LiveId" clId="{55E2EDA8-30BE-4659-8FAB-9B27D861CD65}" dt="2026-09-05T10:52:22.146" v="2477" actId="13822"/>
          <ac:spMkLst>
            <pc:docMk/>
            <pc:sldMk cId="1268211436" sldId="256"/>
            <ac:spMk id="4" creationId="{AF3CD853-8315-069E-D604-C4F6AA7B5E72}"/>
          </ac:spMkLst>
        </pc:spChg>
        <pc:spChg chg="add mod">
          <ac:chgData name="bhuvaneshwari kubakaddi" userId="3eca82c115f8ef26" providerId="LiveId" clId="{55E2EDA8-30BE-4659-8FAB-9B27D861CD65}" dt="2026-09-02T16:07:15.152" v="2227" actId="1076"/>
          <ac:spMkLst>
            <pc:docMk/>
            <pc:sldMk cId="1268211436" sldId="256"/>
            <ac:spMk id="5" creationId="{C87F0AB1-7092-2EF6-4BAD-DFDB79897708}"/>
          </ac:spMkLst>
        </pc:spChg>
        <pc:spChg chg="mod">
          <ac:chgData name="bhuvaneshwari kubakaddi" userId="3eca82c115f8ef26" providerId="LiveId" clId="{55E2EDA8-30BE-4659-8FAB-9B27D861CD65}" dt="2026-08-29T14:45:02.254" v="1131" actId="1076"/>
          <ac:spMkLst>
            <pc:docMk/>
            <pc:sldMk cId="1268211436" sldId="256"/>
            <ac:spMk id="11" creationId="{0F292E11-5E44-C7D8-B001-B72975736B71}"/>
          </ac:spMkLst>
        </pc:spChg>
        <pc:spChg chg="mod">
          <ac:chgData name="bhuvaneshwari kubakaddi" userId="3eca82c115f8ef26" providerId="LiveId" clId="{55E2EDA8-30BE-4659-8FAB-9B27D861CD65}" dt="2026-08-29T14:44:24.772" v="1125" actId="1076"/>
          <ac:spMkLst>
            <pc:docMk/>
            <pc:sldMk cId="1268211436" sldId="256"/>
            <ac:spMk id="12" creationId="{6DEAB491-F27C-1073-0A2C-103D890C88F4}"/>
          </ac:spMkLst>
        </pc:spChg>
        <pc:spChg chg="mod">
          <ac:chgData name="bhuvaneshwari kubakaddi" userId="3eca82c115f8ef26" providerId="LiveId" clId="{55E2EDA8-30BE-4659-8FAB-9B27D861CD65}" dt="2026-08-29T14:44:20.722" v="1124" actId="1076"/>
          <ac:spMkLst>
            <pc:docMk/>
            <pc:sldMk cId="1268211436" sldId="256"/>
            <ac:spMk id="13" creationId="{0ABD20CE-EBCB-BFAA-72D9-06FE32C364DA}"/>
          </ac:spMkLst>
        </pc:spChg>
        <pc:spChg chg="mod">
          <ac:chgData name="bhuvaneshwari kubakaddi" userId="3eca82c115f8ef26" providerId="LiveId" clId="{55E2EDA8-30BE-4659-8FAB-9B27D861CD65}" dt="2026-08-29T14:44:17.627" v="1123" actId="1076"/>
          <ac:spMkLst>
            <pc:docMk/>
            <pc:sldMk cId="1268211436" sldId="256"/>
            <ac:spMk id="14" creationId="{D6A6A3BD-8C4A-B69F-F506-D44C83C2B9F3}"/>
          </ac:spMkLst>
        </pc:spChg>
        <pc:spChg chg="mod">
          <ac:chgData name="bhuvaneshwari kubakaddi" userId="3eca82c115f8ef26" providerId="LiveId" clId="{55E2EDA8-30BE-4659-8FAB-9B27D861CD65}" dt="2026-09-02T16:04:00.292" v="2209" actId="20577"/>
          <ac:spMkLst>
            <pc:docMk/>
            <pc:sldMk cId="1268211436" sldId="256"/>
            <ac:spMk id="15" creationId="{83B82662-462C-54F6-F8AE-F8DFEA841659}"/>
          </ac:spMkLst>
        </pc:spChg>
        <pc:spChg chg="mod">
          <ac:chgData name="bhuvaneshwari kubakaddi" userId="3eca82c115f8ef26" providerId="LiveId" clId="{55E2EDA8-30BE-4659-8FAB-9B27D861CD65}" dt="2026-08-29T14:31:27.458" v="1088" actId="1076"/>
          <ac:spMkLst>
            <pc:docMk/>
            <pc:sldMk cId="1268211436" sldId="256"/>
            <ac:spMk id="16" creationId="{43C157DB-99B8-BCAC-267A-660E9BDDF63F}"/>
          </ac:spMkLst>
        </pc:spChg>
        <pc:spChg chg="add mod">
          <ac:chgData name="bhuvaneshwari kubakaddi" userId="3eca82c115f8ef26" providerId="LiveId" clId="{55E2EDA8-30BE-4659-8FAB-9B27D861CD65}" dt="2026-09-02T16:05:45.691" v="2220" actId="20577"/>
          <ac:spMkLst>
            <pc:docMk/>
            <pc:sldMk cId="1268211436" sldId="256"/>
            <ac:spMk id="17" creationId="{B5A8B690-B364-59D7-38BD-21105643DBD2}"/>
          </ac:spMkLst>
        </pc:spChg>
        <pc:picChg chg="add mod">
          <ac:chgData name="bhuvaneshwari kubakaddi" userId="3eca82c115f8ef26" providerId="LiveId" clId="{55E2EDA8-30BE-4659-8FAB-9B27D861CD65}" dt="2026-09-05T11:04:18.293" v="2509" actId="208"/>
          <ac:picMkLst>
            <pc:docMk/>
            <pc:sldMk cId="1268211436" sldId="256"/>
            <ac:picMk id="3" creationId="{77D3A780-9009-2F09-4F48-6C064DC2F5F2}"/>
          </ac:picMkLst>
        </pc:picChg>
      </pc:sldChg>
      <pc:sldChg chg="addSp delSp modSp mod">
        <pc:chgData name="bhuvaneshwari kubakaddi" userId="3eca82c115f8ef26" providerId="LiveId" clId="{55E2EDA8-30BE-4659-8FAB-9B27D861CD65}" dt="2026-09-02T15:22:30.571" v="2029" actId="207"/>
        <pc:sldMkLst>
          <pc:docMk/>
          <pc:sldMk cId="127960753" sldId="257"/>
        </pc:sldMkLst>
        <pc:spChg chg="mod">
          <ac:chgData name="bhuvaneshwari kubakaddi" userId="3eca82c115f8ef26" providerId="LiveId" clId="{55E2EDA8-30BE-4659-8FAB-9B27D861CD65}" dt="2026-09-02T15:22:30.571" v="2029" actId="207"/>
          <ac:spMkLst>
            <pc:docMk/>
            <pc:sldMk cId="127960753" sldId="257"/>
            <ac:spMk id="8" creationId="{EA5620E2-EE41-340B-B402-1DFF9AF989E9}"/>
          </ac:spMkLst>
        </pc:spChg>
        <pc:spChg chg="mod">
          <ac:chgData name="bhuvaneshwari kubakaddi" userId="3eca82c115f8ef26" providerId="LiveId" clId="{55E2EDA8-30BE-4659-8FAB-9B27D861CD65}" dt="2026-08-27T14:56:02.001" v="410" actId="27636"/>
          <ac:spMkLst>
            <pc:docMk/>
            <pc:sldMk cId="127960753" sldId="257"/>
            <ac:spMk id="11" creationId="{4EACCD14-D768-5584-32B2-4A4BACEF96BB}"/>
          </ac:spMkLst>
        </pc:spChg>
        <pc:spChg chg="mod ord">
          <ac:chgData name="bhuvaneshwari kubakaddi" userId="3eca82c115f8ef26" providerId="LiveId" clId="{55E2EDA8-30BE-4659-8FAB-9B27D861CD65}" dt="2026-09-02T15:22:06.891" v="2028" actId="167"/>
          <ac:spMkLst>
            <pc:docMk/>
            <pc:sldMk cId="127960753" sldId="257"/>
            <ac:spMk id="12" creationId="{41062B71-E18E-6D68-1180-CF4B98C98F6A}"/>
          </ac:spMkLst>
        </pc:spChg>
        <pc:picChg chg="add mod">
          <ac:chgData name="bhuvaneshwari kubakaddi" userId="3eca82c115f8ef26" providerId="LiveId" clId="{55E2EDA8-30BE-4659-8FAB-9B27D861CD65}" dt="2026-08-27T14:56:41.994" v="414" actId="1076"/>
          <ac:picMkLst>
            <pc:docMk/>
            <pc:sldMk cId="127960753" sldId="257"/>
            <ac:picMk id="3" creationId="{C1487B0E-CCC3-C60B-D2FA-95B8D347A354}"/>
          </ac:picMkLst>
        </pc:picChg>
      </pc:sldChg>
      <pc:sldChg chg="delSp modSp mod ord">
        <pc:chgData name="bhuvaneshwari kubakaddi" userId="3eca82c115f8ef26" providerId="LiveId" clId="{55E2EDA8-30BE-4659-8FAB-9B27D861CD65}" dt="2026-09-02T15:26:22.643" v="2040" actId="1076"/>
        <pc:sldMkLst>
          <pc:docMk/>
          <pc:sldMk cId="136444054" sldId="258"/>
        </pc:sldMkLst>
        <pc:spChg chg="mod">
          <ac:chgData name="bhuvaneshwari kubakaddi" userId="3eca82c115f8ef26" providerId="LiveId" clId="{55E2EDA8-30BE-4659-8FAB-9B27D861CD65}" dt="2026-09-02T15:23:36.314" v="2037" actId="1076"/>
          <ac:spMkLst>
            <pc:docMk/>
            <pc:sldMk cId="136444054" sldId="258"/>
            <ac:spMk id="2" creationId="{6CEA9470-C2E4-836F-AC17-9F490E55ECE3}"/>
          </ac:spMkLst>
        </pc:spChg>
        <pc:spChg chg="mod">
          <ac:chgData name="bhuvaneshwari kubakaddi" userId="3eca82c115f8ef26" providerId="LiveId" clId="{55E2EDA8-30BE-4659-8FAB-9B27D861CD65}" dt="2026-09-02T15:26:22.643" v="2040" actId="1076"/>
          <ac:spMkLst>
            <pc:docMk/>
            <pc:sldMk cId="136444054" sldId="258"/>
            <ac:spMk id="3" creationId="{D9F32B0C-9775-0C22-758E-62AD3651935A}"/>
          </ac:spMkLst>
        </pc:spChg>
        <pc:spChg chg="mod ord">
          <ac:chgData name="bhuvaneshwari kubakaddi" userId="3eca82c115f8ef26" providerId="LiveId" clId="{55E2EDA8-30BE-4659-8FAB-9B27D861CD65}" dt="2026-09-02T15:23:28.327" v="2036" actId="1076"/>
          <ac:spMkLst>
            <pc:docMk/>
            <pc:sldMk cId="136444054" sldId="258"/>
            <ac:spMk id="4" creationId="{8CB82F23-6A82-1031-45FD-CDA1CC0181E3}"/>
          </ac:spMkLst>
        </pc:spChg>
      </pc:sldChg>
      <pc:sldChg chg="addSp delSp modSp mod">
        <pc:chgData name="bhuvaneshwari kubakaddi" userId="3eca82c115f8ef26" providerId="LiveId" clId="{55E2EDA8-30BE-4659-8FAB-9B27D861CD65}" dt="2026-09-02T16:15:37.897" v="2254" actId="20577"/>
        <pc:sldMkLst>
          <pc:docMk/>
          <pc:sldMk cId="2259099270" sldId="259"/>
        </pc:sldMkLst>
        <pc:spChg chg="mod">
          <ac:chgData name="bhuvaneshwari kubakaddi" userId="3eca82c115f8ef26" providerId="LiveId" clId="{55E2EDA8-30BE-4659-8FAB-9B27D861CD65}" dt="2026-09-02T15:20:26.519" v="2015" actId="207"/>
          <ac:spMkLst>
            <pc:docMk/>
            <pc:sldMk cId="2259099270" sldId="259"/>
            <ac:spMk id="2" creationId="{296FD160-0E47-509F-BEBF-C98AE38E291D}"/>
          </ac:spMkLst>
        </pc:spChg>
        <pc:spChg chg="mod">
          <ac:chgData name="bhuvaneshwari kubakaddi" userId="3eca82c115f8ef26" providerId="LiveId" clId="{55E2EDA8-30BE-4659-8FAB-9B27D861CD65}" dt="2026-09-02T16:15:37.897" v="2254" actId="20577"/>
          <ac:spMkLst>
            <pc:docMk/>
            <pc:sldMk cId="2259099270" sldId="259"/>
            <ac:spMk id="3" creationId="{87BA49C2-D8F0-ADB9-BC89-8961C2B260FD}"/>
          </ac:spMkLst>
        </pc:spChg>
        <pc:spChg chg="mod ord">
          <ac:chgData name="bhuvaneshwari kubakaddi" userId="3eca82c115f8ef26" providerId="LiveId" clId="{55E2EDA8-30BE-4659-8FAB-9B27D861CD65}" dt="2026-09-02T15:27:42.533" v="2041" actId="13822"/>
          <ac:spMkLst>
            <pc:docMk/>
            <pc:sldMk cId="2259099270" sldId="259"/>
            <ac:spMk id="4" creationId="{0760D065-9FE3-7DD4-0BA4-52E472D3EC5E}"/>
          </ac:spMkLst>
        </pc:spChg>
      </pc:sldChg>
      <pc:sldChg chg="addSp delSp modSp mod delAnim modAnim">
        <pc:chgData name="bhuvaneshwari kubakaddi" userId="3eca82c115f8ef26" providerId="LiveId" clId="{55E2EDA8-30BE-4659-8FAB-9B27D861CD65}" dt="2026-09-02T15:19:39.897" v="2012" actId="167"/>
        <pc:sldMkLst>
          <pc:docMk/>
          <pc:sldMk cId="1777744972" sldId="260"/>
        </pc:sldMkLst>
        <pc:spChg chg="mod">
          <ac:chgData name="bhuvaneshwari kubakaddi" userId="3eca82c115f8ef26" providerId="LiveId" clId="{55E2EDA8-30BE-4659-8FAB-9B27D861CD65}" dt="2026-09-02T15:19:22.499" v="2010" actId="255"/>
          <ac:spMkLst>
            <pc:docMk/>
            <pc:sldMk cId="1777744972" sldId="260"/>
            <ac:spMk id="2" creationId="{8A65F4B3-4029-5915-E371-C152234934C4}"/>
          </ac:spMkLst>
        </pc:spChg>
        <pc:spChg chg="add mod">
          <ac:chgData name="bhuvaneshwari kubakaddi" userId="3eca82c115f8ef26" providerId="LiveId" clId="{55E2EDA8-30BE-4659-8FAB-9B27D861CD65}" dt="2026-08-27T16:12:27.136" v="922" actId="122"/>
          <ac:spMkLst>
            <pc:docMk/>
            <pc:sldMk cId="1777744972" sldId="260"/>
            <ac:spMk id="4" creationId="{895C0ED4-9FA5-D0AE-BB4A-074E5D59B99B}"/>
          </ac:spMkLst>
        </pc:spChg>
        <pc:spChg chg="mod ord">
          <ac:chgData name="bhuvaneshwari kubakaddi" userId="3eca82c115f8ef26" providerId="LiveId" clId="{55E2EDA8-30BE-4659-8FAB-9B27D861CD65}" dt="2026-09-02T15:19:39.897" v="2012" actId="167"/>
          <ac:spMkLst>
            <pc:docMk/>
            <pc:sldMk cId="1777744972" sldId="260"/>
            <ac:spMk id="5" creationId="{5E1EA6B7-2B7B-8A07-B9C9-67327AA3D9FA}"/>
          </ac:spMkLst>
        </pc:spChg>
        <pc:spChg chg="add mod">
          <ac:chgData name="bhuvaneshwari kubakaddi" userId="3eca82c115f8ef26" providerId="LiveId" clId="{55E2EDA8-30BE-4659-8FAB-9B27D861CD65}" dt="2026-08-27T16:12:27.136" v="922" actId="122"/>
          <ac:spMkLst>
            <pc:docMk/>
            <pc:sldMk cId="1777744972" sldId="260"/>
            <ac:spMk id="6" creationId="{6A7D7403-961D-AA57-37EB-85BABFED6FDC}"/>
          </ac:spMkLst>
        </pc:spChg>
        <pc:spChg chg="add mod">
          <ac:chgData name="bhuvaneshwari kubakaddi" userId="3eca82c115f8ef26" providerId="LiveId" clId="{55E2EDA8-30BE-4659-8FAB-9B27D861CD65}" dt="2026-08-27T16:12:27.136" v="922" actId="122"/>
          <ac:spMkLst>
            <pc:docMk/>
            <pc:sldMk cId="1777744972" sldId="260"/>
            <ac:spMk id="7" creationId="{9ABA9FA6-9BB5-99E6-7517-C2A5E84632EF}"/>
          </ac:spMkLst>
        </pc:spChg>
        <pc:spChg chg="add mod">
          <ac:chgData name="bhuvaneshwari kubakaddi" userId="3eca82c115f8ef26" providerId="LiveId" clId="{55E2EDA8-30BE-4659-8FAB-9B27D861CD65}" dt="2026-08-27T16:12:27.136" v="922" actId="122"/>
          <ac:spMkLst>
            <pc:docMk/>
            <pc:sldMk cId="1777744972" sldId="260"/>
            <ac:spMk id="8" creationId="{E601D1FB-4624-8D2D-07A9-82DC384A9F88}"/>
          </ac:spMkLst>
        </pc:spChg>
        <pc:spChg chg="add mod">
          <ac:chgData name="bhuvaneshwari kubakaddi" userId="3eca82c115f8ef26" providerId="LiveId" clId="{55E2EDA8-30BE-4659-8FAB-9B27D861CD65}" dt="2026-08-27T16:14:40.420" v="938" actId="1076"/>
          <ac:spMkLst>
            <pc:docMk/>
            <pc:sldMk cId="1777744972" sldId="260"/>
            <ac:spMk id="9" creationId="{719D882D-CDF3-1F0F-77E0-C69A1FC0B315}"/>
          </ac:spMkLst>
        </pc:spChg>
        <pc:spChg chg="add mod">
          <ac:chgData name="bhuvaneshwari kubakaddi" userId="3eca82c115f8ef26" providerId="LiveId" clId="{55E2EDA8-30BE-4659-8FAB-9B27D861CD65}" dt="2026-08-27T16:13:43.251" v="926" actId="1076"/>
          <ac:spMkLst>
            <pc:docMk/>
            <pc:sldMk cId="1777744972" sldId="260"/>
            <ac:spMk id="10" creationId="{0C0502FF-E095-F6EB-A033-A55977AE74E6}"/>
          </ac:spMkLst>
        </pc:spChg>
        <pc:spChg chg="add mod">
          <ac:chgData name="bhuvaneshwari kubakaddi" userId="3eca82c115f8ef26" providerId="LiveId" clId="{55E2EDA8-30BE-4659-8FAB-9B27D861CD65}" dt="2026-08-30T15:50:32.267" v="1816"/>
          <ac:spMkLst>
            <pc:docMk/>
            <pc:sldMk cId="1777744972" sldId="260"/>
            <ac:spMk id="11" creationId="{22F15B88-BB82-67B6-5CBF-1E219CA7B518}"/>
          </ac:spMkLst>
        </pc:spChg>
        <pc:spChg chg="add mod">
          <ac:chgData name="bhuvaneshwari kubakaddi" userId="3eca82c115f8ef26" providerId="LiveId" clId="{55E2EDA8-30BE-4659-8FAB-9B27D861CD65}" dt="2026-08-30T15:50:40.671" v="1818" actId="1076"/>
          <ac:spMkLst>
            <pc:docMk/>
            <pc:sldMk cId="1777744972" sldId="260"/>
            <ac:spMk id="12" creationId="{7D1D6777-CC7B-0634-A00A-F80CAF1A02BC}"/>
          </ac:spMkLst>
        </pc:spChg>
        <pc:spChg chg="add mod ord">
          <ac:chgData name="bhuvaneshwari kubakaddi" userId="3eca82c115f8ef26" providerId="LiveId" clId="{55E2EDA8-30BE-4659-8FAB-9B27D861CD65}" dt="2026-08-30T15:54:17.883" v="1828" actId="1076"/>
          <ac:spMkLst>
            <pc:docMk/>
            <pc:sldMk cId="1777744972" sldId="260"/>
            <ac:spMk id="17" creationId="{616AED5A-AA44-0C18-DAE4-4767827A959C}"/>
          </ac:spMkLst>
        </pc:spChg>
        <pc:spChg chg="add mod ord">
          <ac:chgData name="bhuvaneshwari kubakaddi" userId="3eca82c115f8ef26" providerId="LiveId" clId="{55E2EDA8-30BE-4659-8FAB-9B27D861CD65}" dt="2026-08-30T15:53:48.843" v="1827" actId="1076"/>
          <ac:spMkLst>
            <pc:docMk/>
            <pc:sldMk cId="1777744972" sldId="260"/>
            <ac:spMk id="18" creationId="{4E66D7A4-926F-096E-50F5-0585957A219D}"/>
          </ac:spMkLst>
        </pc:spChg>
        <pc:spChg chg="add mod ord">
          <ac:chgData name="bhuvaneshwari kubakaddi" userId="3eca82c115f8ef26" providerId="LiveId" clId="{55E2EDA8-30BE-4659-8FAB-9B27D861CD65}" dt="2026-08-30T15:53:41.603" v="1826" actId="1076"/>
          <ac:spMkLst>
            <pc:docMk/>
            <pc:sldMk cId="1777744972" sldId="260"/>
            <ac:spMk id="19" creationId="{0B246C34-C882-29E7-8F3B-51A2B302E0DA}"/>
          </ac:spMkLst>
        </pc:spChg>
        <pc:spChg chg="add mod ord">
          <ac:chgData name="bhuvaneshwari kubakaddi" userId="3eca82c115f8ef26" providerId="LiveId" clId="{55E2EDA8-30BE-4659-8FAB-9B27D861CD65}" dt="2026-08-27T16:14:58.231" v="940" actId="167"/>
          <ac:spMkLst>
            <pc:docMk/>
            <pc:sldMk cId="1777744972" sldId="260"/>
            <ac:spMk id="21" creationId="{421450CB-B9D1-9D47-7E5F-FB15CF6024FF}"/>
          </ac:spMkLst>
        </pc:spChg>
        <pc:spChg chg="add mod ord">
          <ac:chgData name="bhuvaneshwari kubakaddi" userId="3eca82c115f8ef26" providerId="LiveId" clId="{55E2EDA8-30BE-4659-8FAB-9B27D861CD65}" dt="2026-08-27T16:15:02.050" v="941" actId="167"/>
          <ac:spMkLst>
            <pc:docMk/>
            <pc:sldMk cId="1777744972" sldId="260"/>
            <ac:spMk id="22" creationId="{F161C8EA-3EFC-1251-AB1D-9C7EAC72C66F}"/>
          </ac:spMkLst>
        </pc:spChg>
        <pc:spChg chg="add mod ord">
          <ac:chgData name="bhuvaneshwari kubakaddi" userId="3eca82c115f8ef26" providerId="LiveId" clId="{55E2EDA8-30BE-4659-8FAB-9B27D861CD65}" dt="2026-08-27T16:15:05.338" v="942" actId="167"/>
          <ac:spMkLst>
            <pc:docMk/>
            <pc:sldMk cId="1777744972" sldId="260"/>
            <ac:spMk id="23" creationId="{DBE08392-36CD-BA1C-4F0B-9CAA22796556}"/>
          </ac:spMkLst>
        </pc:spChg>
      </pc:sldChg>
      <pc:sldChg chg="modSp mod modTransition">
        <pc:chgData name="bhuvaneshwari kubakaddi" userId="3eca82c115f8ef26" providerId="LiveId" clId="{55E2EDA8-30BE-4659-8FAB-9B27D861CD65}" dt="2026-09-02T15:51:28.815" v="2189"/>
        <pc:sldMkLst>
          <pc:docMk/>
          <pc:sldMk cId="2079222663" sldId="265"/>
        </pc:sldMkLst>
        <pc:spChg chg="mod">
          <ac:chgData name="bhuvaneshwari kubakaddi" userId="3eca82c115f8ef26" providerId="LiveId" clId="{55E2EDA8-30BE-4659-8FAB-9B27D861CD65}" dt="2026-09-02T15:29:34.499" v="2042" actId="207"/>
          <ac:spMkLst>
            <pc:docMk/>
            <pc:sldMk cId="2079222663" sldId="265"/>
            <ac:spMk id="2" creationId="{3F688B8C-EA9F-B8AB-8557-ADC451E319D2}"/>
          </ac:spMkLst>
        </pc:spChg>
        <pc:spChg chg="mod">
          <ac:chgData name="bhuvaneshwari kubakaddi" userId="3eca82c115f8ef26" providerId="LiveId" clId="{55E2EDA8-30BE-4659-8FAB-9B27D861CD65}" dt="2026-08-30T15:40:21.666" v="1792" actId="1076"/>
          <ac:spMkLst>
            <pc:docMk/>
            <pc:sldMk cId="2079222663" sldId="265"/>
            <ac:spMk id="3" creationId="{1BDB85AD-F9D5-7794-9540-A78E736817F3}"/>
          </ac:spMkLst>
        </pc:spChg>
        <pc:spChg chg="mod ord">
          <ac:chgData name="bhuvaneshwari kubakaddi" userId="3eca82c115f8ef26" providerId="LiveId" clId="{55E2EDA8-30BE-4659-8FAB-9B27D861CD65}" dt="2026-09-02T15:50:17.616" v="2178" actId="1076"/>
          <ac:spMkLst>
            <pc:docMk/>
            <pc:sldMk cId="2079222663" sldId="265"/>
            <ac:spMk id="4" creationId="{CF44E88B-053C-5359-4771-976B014F3E1D}"/>
          </ac:spMkLst>
        </pc:spChg>
      </pc:sldChg>
      <pc:sldChg chg="addSp delSp modSp del mod">
        <pc:chgData name="bhuvaneshwari kubakaddi" userId="3eca82c115f8ef26" providerId="LiveId" clId="{55E2EDA8-30BE-4659-8FAB-9B27D861CD65}" dt="2026-09-05T10:47:09.975" v="2468" actId="47"/>
        <pc:sldMkLst>
          <pc:docMk/>
          <pc:sldMk cId="2807133762" sldId="267"/>
        </pc:sldMkLst>
        <pc:spChg chg="add del mod">
          <ac:chgData name="bhuvaneshwari kubakaddi" userId="3eca82c115f8ef26" providerId="LiveId" clId="{55E2EDA8-30BE-4659-8FAB-9B27D861CD65}" dt="2026-09-05T10:45:06.428" v="2467" actId="478"/>
          <ac:spMkLst>
            <pc:docMk/>
            <pc:sldMk cId="2807133762" sldId="267"/>
            <ac:spMk id="2" creationId="{B695C9EE-AF78-C64E-B97B-E1F55CF5F442}"/>
          </ac:spMkLst>
        </pc:spChg>
      </pc:sldChg>
      <pc:sldChg chg="addSp delSp modSp mod ord modTransition">
        <pc:chgData name="bhuvaneshwari kubakaddi" userId="3eca82c115f8ef26" providerId="LiveId" clId="{55E2EDA8-30BE-4659-8FAB-9B27D861CD65}" dt="2026-09-03T13:41:14.350" v="2442" actId="14100"/>
        <pc:sldMkLst>
          <pc:docMk/>
          <pc:sldMk cId="349530916" sldId="272"/>
        </pc:sldMkLst>
        <pc:spChg chg="mod">
          <ac:chgData name="bhuvaneshwari kubakaddi" userId="3eca82c115f8ef26" providerId="LiveId" clId="{55E2EDA8-30BE-4659-8FAB-9B27D861CD65}" dt="2026-09-02T16:27:04.214" v="2423" actId="20577"/>
          <ac:spMkLst>
            <pc:docMk/>
            <pc:sldMk cId="349530916" sldId="272"/>
            <ac:spMk id="3" creationId="{ED080491-2720-1BEF-C362-1D2018E125C1}"/>
          </ac:spMkLst>
        </pc:spChg>
        <pc:spChg chg="add mod">
          <ac:chgData name="bhuvaneshwari kubakaddi" userId="3eca82c115f8ef26" providerId="LiveId" clId="{55E2EDA8-30BE-4659-8FAB-9B27D861CD65}" dt="2026-09-03T13:41:14.350" v="2442" actId="14100"/>
          <ac:spMkLst>
            <pc:docMk/>
            <pc:sldMk cId="349530916" sldId="272"/>
            <ac:spMk id="4" creationId="{1F24537C-7BFA-2A94-BC95-4974F37B44F4}"/>
          </ac:spMkLst>
        </pc:spChg>
        <pc:spChg chg="add">
          <ac:chgData name="bhuvaneshwari kubakaddi" userId="3eca82c115f8ef26" providerId="LiveId" clId="{55E2EDA8-30BE-4659-8FAB-9B27D861CD65}" dt="2026-09-02T16:26:53.844" v="2422" actId="22"/>
          <ac:spMkLst>
            <pc:docMk/>
            <pc:sldMk cId="349530916" sldId="272"/>
            <ac:spMk id="7" creationId="{4EB5CB3C-5BAF-9DA3-AE08-5592750A6B0B}"/>
          </ac:spMkLst>
        </pc:spChg>
        <pc:picChg chg="add mod modCrop">
          <ac:chgData name="bhuvaneshwari kubakaddi" userId="3eca82c115f8ef26" providerId="LiveId" clId="{55E2EDA8-30BE-4659-8FAB-9B27D861CD65}" dt="2026-09-02T16:27:17.775" v="2425" actId="1076"/>
          <ac:picMkLst>
            <pc:docMk/>
            <pc:sldMk cId="349530916" sldId="272"/>
            <ac:picMk id="6" creationId="{9518D533-F9F9-22E3-0721-BF9A31CADB68}"/>
          </ac:picMkLst>
        </pc:picChg>
        <pc:picChg chg="add mod modCrop">
          <ac:chgData name="bhuvaneshwari kubakaddi" userId="3eca82c115f8ef26" providerId="LiveId" clId="{55E2EDA8-30BE-4659-8FAB-9B27D861CD65}" dt="2026-09-02T16:27:13.469" v="2424" actId="1076"/>
          <ac:picMkLst>
            <pc:docMk/>
            <pc:sldMk cId="349530916" sldId="272"/>
            <ac:picMk id="8" creationId="{CD09C484-3724-4589-6287-ACCA7443183F}"/>
          </ac:picMkLst>
        </pc:picChg>
      </pc:sldChg>
      <pc:sldChg chg="addSp delSp modSp mod ord modTransition">
        <pc:chgData name="bhuvaneshwari kubakaddi" userId="3eca82c115f8ef26" providerId="LiveId" clId="{55E2EDA8-30BE-4659-8FAB-9B27D861CD65}" dt="2026-09-02T16:26:37.783" v="2421" actId="1076"/>
        <pc:sldMkLst>
          <pc:docMk/>
          <pc:sldMk cId="2002943265" sldId="274"/>
        </pc:sldMkLst>
        <pc:spChg chg="add mod">
          <ac:chgData name="bhuvaneshwari kubakaddi" userId="3eca82c115f8ef26" providerId="LiveId" clId="{55E2EDA8-30BE-4659-8FAB-9B27D861CD65}" dt="2026-09-02T16:26:37.783" v="2421" actId="1076"/>
          <ac:spMkLst>
            <pc:docMk/>
            <pc:sldMk cId="2002943265" sldId="274"/>
            <ac:spMk id="2" creationId="{350AFAFB-67BC-2478-9C96-FCE2D098B516}"/>
          </ac:spMkLst>
        </pc:spChg>
        <pc:spChg chg="mod">
          <ac:chgData name="bhuvaneshwari kubakaddi" userId="3eca82c115f8ef26" providerId="LiveId" clId="{55E2EDA8-30BE-4659-8FAB-9B27D861CD65}" dt="2026-09-02T16:11:40.682" v="2239"/>
          <ac:spMkLst>
            <pc:docMk/>
            <pc:sldMk cId="2002943265" sldId="274"/>
            <ac:spMk id="3" creationId="{9BBF96F7-A11F-CD0C-93CB-597160A12A43}"/>
          </ac:spMkLst>
        </pc:spChg>
        <pc:spChg chg="add mod">
          <ac:chgData name="bhuvaneshwari kubakaddi" userId="3eca82c115f8ef26" providerId="LiveId" clId="{55E2EDA8-30BE-4659-8FAB-9B27D861CD65}" dt="2026-09-02T15:09:33.336" v="1979" actId="115"/>
          <ac:spMkLst>
            <pc:docMk/>
            <pc:sldMk cId="2002943265" sldId="274"/>
            <ac:spMk id="5" creationId="{E3AB9653-F564-C234-E3D7-615133A85450}"/>
          </ac:spMkLst>
        </pc:spChg>
        <pc:spChg chg="add mod">
          <ac:chgData name="bhuvaneshwari kubakaddi" userId="3eca82c115f8ef26" providerId="LiveId" clId="{55E2EDA8-30BE-4659-8FAB-9B27D861CD65}" dt="2026-09-02T15:41:09.476" v="2096" actId="14100"/>
          <ac:spMkLst>
            <pc:docMk/>
            <pc:sldMk cId="2002943265" sldId="274"/>
            <ac:spMk id="10" creationId="{2883A698-361F-E30F-4BEC-4F6E1862499C}"/>
          </ac:spMkLst>
        </pc:spChg>
        <pc:spChg chg="add mod">
          <ac:chgData name="bhuvaneshwari kubakaddi" userId="3eca82c115f8ef26" providerId="LiveId" clId="{55E2EDA8-30BE-4659-8FAB-9B27D861CD65}" dt="2026-09-02T15:41:03.057" v="2095" actId="14100"/>
          <ac:spMkLst>
            <pc:docMk/>
            <pc:sldMk cId="2002943265" sldId="274"/>
            <ac:spMk id="14" creationId="{18147031-2325-1059-657B-7A3C608665A3}"/>
          </ac:spMkLst>
        </pc:spChg>
        <pc:picChg chg="add mod">
          <ac:chgData name="bhuvaneshwari kubakaddi" userId="3eca82c115f8ef26" providerId="LiveId" clId="{55E2EDA8-30BE-4659-8FAB-9B27D861CD65}" dt="2026-08-30T14:32:34.650" v="1395" actId="1076"/>
          <ac:picMkLst>
            <pc:docMk/>
            <pc:sldMk cId="2002943265" sldId="274"/>
            <ac:picMk id="4" creationId="{9A251AE3-F1D5-C7D9-8C81-3E219B1BD54D}"/>
          </ac:picMkLst>
        </pc:picChg>
        <pc:picChg chg="add mod">
          <ac:chgData name="bhuvaneshwari kubakaddi" userId="3eca82c115f8ef26" providerId="LiveId" clId="{55E2EDA8-30BE-4659-8FAB-9B27D861CD65}" dt="2026-08-30T14:34:34.031" v="1406" actId="14100"/>
          <ac:picMkLst>
            <pc:docMk/>
            <pc:sldMk cId="2002943265" sldId="274"/>
            <ac:picMk id="8" creationId="{A832A335-A0D8-9EE2-F324-2AF6E3763571}"/>
          </ac:picMkLst>
        </pc:picChg>
      </pc:sldChg>
      <pc:sldChg chg="addSp delSp modSp mod ord modTransition modAnim">
        <pc:chgData name="bhuvaneshwari kubakaddi" userId="3eca82c115f8ef26" providerId="LiveId" clId="{55E2EDA8-30BE-4659-8FAB-9B27D861CD65}" dt="2026-09-05T11:00:41.348" v="2507" actId="13822"/>
        <pc:sldMkLst>
          <pc:docMk/>
          <pc:sldMk cId="485859236" sldId="275"/>
        </pc:sldMkLst>
        <pc:spChg chg="add mod">
          <ac:chgData name="bhuvaneshwari kubakaddi" userId="3eca82c115f8ef26" providerId="LiveId" clId="{55E2EDA8-30BE-4659-8FAB-9B27D861CD65}" dt="2026-08-30T15:14:32.056" v="1647" actId="14100"/>
          <ac:spMkLst>
            <pc:docMk/>
            <pc:sldMk cId="485859236" sldId="275"/>
            <ac:spMk id="9" creationId="{09C776B0-69D4-EDC0-650B-C253CB701565}"/>
          </ac:spMkLst>
        </pc:spChg>
        <pc:spChg chg="add mod">
          <ac:chgData name="bhuvaneshwari kubakaddi" userId="3eca82c115f8ef26" providerId="LiveId" clId="{55E2EDA8-30BE-4659-8FAB-9B27D861CD65}" dt="2026-08-30T14:03:21.480" v="1264" actId="2711"/>
          <ac:spMkLst>
            <pc:docMk/>
            <pc:sldMk cId="485859236" sldId="275"/>
            <ac:spMk id="15" creationId="{08173DCA-0AC9-574E-F4C5-A4582F94C5FF}"/>
          </ac:spMkLst>
        </pc:spChg>
        <pc:spChg chg="add mod">
          <ac:chgData name="bhuvaneshwari kubakaddi" userId="3eca82c115f8ef26" providerId="LiveId" clId="{55E2EDA8-30BE-4659-8FAB-9B27D861CD65}" dt="2026-08-30T15:16:30.873" v="1664" actId="14100"/>
          <ac:spMkLst>
            <pc:docMk/>
            <pc:sldMk cId="485859236" sldId="275"/>
            <ac:spMk id="19" creationId="{EFF48D0C-85FD-51C3-9CB0-4D94D1574373}"/>
          </ac:spMkLst>
        </pc:spChg>
        <pc:spChg chg="add mod">
          <ac:chgData name="bhuvaneshwari kubakaddi" userId="3eca82c115f8ef26" providerId="LiveId" clId="{55E2EDA8-30BE-4659-8FAB-9B27D861CD65}" dt="2026-08-30T14:06:44.025" v="1290" actId="1076"/>
          <ac:spMkLst>
            <pc:docMk/>
            <pc:sldMk cId="485859236" sldId="275"/>
            <ac:spMk id="21" creationId="{8F682772-DBF2-2C36-DE57-62E77C010AA2}"/>
          </ac:spMkLst>
        </pc:spChg>
        <pc:spChg chg="add mod">
          <ac:chgData name="bhuvaneshwari kubakaddi" userId="3eca82c115f8ef26" providerId="LiveId" clId="{55E2EDA8-30BE-4659-8FAB-9B27D861CD65}" dt="2026-09-05T10:56:01.621" v="2487" actId="1076"/>
          <ac:spMkLst>
            <pc:docMk/>
            <pc:sldMk cId="485859236" sldId="275"/>
            <ac:spMk id="24" creationId="{D0DD2F42-7EEF-8E99-421F-F9381073BEF1}"/>
          </ac:spMkLst>
        </pc:spChg>
        <pc:spChg chg="add mod">
          <ac:chgData name="bhuvaneshwari kubakaddi" userId="3eca82c115f8ef26" providerId="LiveId" clId="{55E2EDA8-30BE-4659-8FAB-9B27D861CD65}" dt="2026-09-02T15:33:00.869" v="2062" actId="14100"/>
          <ac:spMkLst>
            <pc:docMk/>
            <pc:sldMk cId="485859236" sldId="275"/>
            <ac:spMk id="26" creationId="{BC4108B1-9B32-2227-77B1-C4DA4B7EC3DF}"/>
          </ac:spMkLst>
        </pc:spChg>
        <pc:spChg chg="add mod">
          <ac:chgData name="bhuvaneshwari kubakaddi" userId="3eca82c115f8ef26" providerId="LiveId" clId="{55E2EDA8-30BE-4659-8FAB-9B27D861CD65}" dt="2026-09-02T15:36:49.079" v="2080" actId="1076"/>
          <ac:spMkLst>
            <pc:docMk/>
            <pc:sldMk cId="485859236" sldId="275"/>
            <ac:spMk id="27" creationId="{89742AD8-A93B-2C04-852E-37844BFEDCD8}"/>
          </ac:spMkLst>
        </pc:spChg>
        <pc:spChg chg="add mod">
          <ac:chgData name="bhuvaneshwari kubakaddi" userId="3eca82c115f8ef26" providerId="LiveId" clId="{55E2EDA8-30BE-4659-8FAB-9B27D861CD65}" dt="2026-09-05T11:00:07.786" v="2503" actId="1076"/>
          <ac:spMkLst>
            <pc:docMk/>
            <pc:sldMk cId="485859236" sldId="275"/>
            <ac:spMk id="30" creationId="{757EBC08-E65D-B8B9-9A05-4929CB308349}"/>
          </ac:spMkLst>
        </pc:spChg>
        <pc:spChg chg="add mod">
          <ac:chgData name="bhuvaneshwari kubakaddi" userId="3eca82c115f8ef26" providerId="LiveId" clId="{55E2EDA8-30BE-4659-8FAB-9B27D861CD65}" dt="2026-09-05T10:59:37.265" v="2501" actId="1076"/>
          <ac:spMkLst>
            <pc:docMk/>
            <pc:sldMk cId="485859236" sldId="275"/>
            <ac:spMk id="33" creationId="{DFAF67AD-BDB1-F8DD-0403-96A7D565863A}"/>
          </ac:spMkLst>
        </pc:spChg>
        <pc:spChg chg="add mod ord">
          <ac:chgData name="bhuvaneshwari kubakaddi" userId="3eca82c115f8ef26" providerId="LiveId" clId="{55E2EDA8-30BE-4659-8FAB-9B27D861CD65}" dt="2026-09-05T10:59:29.772" v="2500" actId="1076"/>
          <ac:spMkLst>
            <pc:docMk/>
            <pc:sldMk cId="485859236" sldId="275"/>
            <ac:spMk id="34" creationId="{AA31F6DB-B1DD-240C-937A-98440EDDDDC0}"/>
          </ac:spMkLst>
        </pc:spChg>
        <pc:spChg chg="add mod ord">
          <ac:chgData name="bhuvaneshwari kubakaddi" userId="3eca82c115f8ef26" providerId="LiveId" clId="{55E2EDA8-30BE-4659-8FAB-9B27D861CD65}" dt="2026-09-05T10:55:50.609" v="2486" actId="1076"/>
          <ac:spMkLst>
            <pc:docMk/>
            <pc:sldMk cId="485859236" sldId="275"/>
            <ac:spMk id="35" creationId="{C1A883BD-BF95-9C6C-F3BE-990114F8C041}"/>
          </ac:spMkLst>
        </pc:spChg>
        <pc:spChg chg="add mod ord">
          <ac:chgData name="bhuvaneshwari kubakaddi" userId="3eca82c115f8ef26" providerId="LiveId" clId="{55E2EDA8-30BE-4659-8FAB-9B27D861CD65}" dt="2026-08-30T15:14:21.702" v="1645" actId="167"/>
          <ac:spMkLst>
            <pc:docMk/>
            <pc:sldMk cId="485859236" sldId="275"/>
            <ac:spMk id="36" creationId="{D747CACF-266D-5913-0782-FA520C1587A3}"/>
          </ac:spMkLst>
        </pc:spChg>
        <pc:spChg chg="add mod ord">
          <ac:chgData name="bhuvaneshwari kubakaddi" userId="3eca82c115f8ef26" providerId="LiveId" clId="{55E2EDA8-30BE-4659-8FAB-9B27D861CD65}" dt="2026-08-30T15:15:02.063" v="1651" actId="13822"/>
          <ac:spMkLst>
            <pc:docMk/>
            <pc:sldMk cId="485859236" sldId="275"/>
            <ac:spMk id="37" creationId="{AC1AC733-9665-82EF-F3AC-6393AF222321}"/>
          </ac:spMkLst>
        </pc:spChg>
        <pc:spChg chg="add mod ord">
          <ac:chgData name="bhuvaneshwari kubakaddi" userId="3eca82c115f8ef26" providerId="LiveId" clId="{55E2EDA8-30BE-4659-8FAB-9B27D861CD65}" dt="2026-08-30T15:15:25.545" v="1654" actId="13822"/>
          <ac:spMkLst>
            <pc:docMk/>
            <pc:sldMk cId="485859236" sldId="275"/>
            <ac:spMk id="38" creationId="{32A129A3-88D0-F2E7-E787-DA81D1F04F49}"/>
          </ac:spMkLst>
        </pc:spChg>
        <pc:spChg chg="add mod ord">
          <ac:chgData name="bhuvaneshwari kubakaddi" userId="3eca82c115f8ef26" providerId="LiveId" clId="{55E2EDA8-30BE-4659-8FAB-9B27D861CD65}" dt="2026-08-30T15:15:41.288" v="1657" actId="13822"/>
          <ac:spMkLst>
            <pc:docMk/>
            <pc:sldMk cId="485859236" sldId="275"/>
            <ac:spMk id="39" creationId="{C0269140-D0B2-C4C1-4138-DC5A16AC209B}"/>
          </ac:spMkLst>
        </pc:spChg>
        <pc:spChg chg="add mod ord">
          <ac:chgData name="bhuvaneshwari kubakaddi" userId="3eca82c115f8ef26" providerId="LiveId" clId="{55E2EDA8-30BE-4659-8FAB-9B27D861CD65}" dt="2026-09-05T11:00:23.487" v="2505" actId="1076"/>
          <ac:spMkLst>
            <pc:docMk/>
            <pc:sldMk cId="485859236" sldId="275"/>
            <ac:spMk id="40" creationId="{B61A732F-BE01-44E2-957D-75E76816C3EB}"/>
          </ac:spMkLst>
        </pc:spChg>
        <pc:picChg chg="add mod modCrop">
          <ac:chgData name="bhuvaneshwari kubakaddi" userId="3eca82c115f8ef26" providerId="LiveId" clId="{55E2EDA8-30BE-4659-8FAB-9B27D861CD65}" dt="2026-08-30T13:58:23.520" v="1210" actId="1076"/>
          <ac:picMkLst>
            <pc:docMk/>
            <pc:sldMk cId="485859236" sldId="275"/>
            <ac:picMk id="4" creationId="{FB2A6BEA-75BF-96AF-C521-477FFEF732F2}"/>
          </ac:picMkLst>
        </pc:picChg>
        <pc:cxnChg chg="add mod">
          <ac:chgData name="bhuvaneshwari kubakaddi" userId="3eca82c115f8ef26" providerId="LiveId" clId="{55E2EDA8-30BE-4659-8FAB-9B27D861CD65}" dt="2026-09-05T10:59:09.584" v="2497" actId="14100"/>
          <ac:cxnSpMkLst>
            <pc:docMk/>
            <pc:sldMk cId="485859236" sldId="275"/>
            <ac:cxnSpMk id="5" creationId="{993D59D7-E77A-6EEA-45E2-C2BC02D8AC1E}"/>
          </ac:cxnSpMkLst>
        </pc:cxnChg>
        <pc:cxnChg chg="add del mod">
          <ac:chgData name="bhuvaneshwari kubakaddi" userId="3eca82c115f8ef26" providerId="LiveId" clId="{55E2EDA8-30BE-4659-8FAB-9B27D861CD65}" dt="2026-09-05T10:57:02.162" v="2488" actId="478"/>
          <ac:cxnSpMkLst>
            <pc:docMk/>
            <pc:sldMk cId="485859236" sldId="275"/>
            <ac:cxnSpMk id="7" creationId="{C48EC2D9-6F4D-C76C-D403-8171838CC5BD}"/>
          </ac:cxnSpMkLst>
        </pc:cxnChg>
        <pc:cxnChg chg="add mod">
          <ac:chgData name="bhuvaneshwari kubakaddi" userId="3eca82c115f8ef26" providerId="LiveId" clId="{55E2EDA8-30BE-4659-8FAB-9B27D861CD65}" dt="2026-09-05T10:58:02.191" v="2494" actId="13822"/>
          <ac:cxnSpMkLst>
            <pc:docMk/>
            <pc:sldMk cId="485859236" sldId="275"/>
            <ac:cxnSpMk id="10" creationId="{F8B1F652-A3D6-703E-73CC-932191A509B4}"/>
          </ac:cxnSpMkLst>
        </pc:cxnChg>
        <pc:cxnChg chg="add mod">
          <ac:chgData name="bhuvaneshwari kubakaddi" userId="3eca82c115f8ef26" providerId="LiveId" clId="{55E2EDA8-30BE-4659-8FAB-9B27D861CD65}" dt="2026-09-05T11:00:41.348" v="2507" actId="13822"/>
          <ac:cxnSpMkLst>
            <pc:docMk/>
            <pc:sldMk cId="485859236" sldId="275"/>
            <ac:cxnSpMk id="11" creationId="{8CD07970-44AA-BF41-1D3B-04E9B462CB88}"/>
          </ac:cxnSpMkLst>
        </pc:cxnChg>
        <pc:cxnChg chg="add del mod">
          <ac:chgData name="bhuvaneshwari kubakaddi" userId="3eca82c115f8ef26" providerId="LiveId" clId="{55E2EDA8-30BE-4659-8FAB-9B27D861CD65}" dt="2026-09-05T10:57:43.359" v="2492" actId="478"/>
          <ac:cxnSpMkLst>
            <pc:docMk/>
            <pc:sldMk cId="485859236" sldId="275"/>
            <ac:cxnSpMk id="13" creationId="{BB72A51C-37B2-92BD-D3BF-37EAF629701D}"/>
          </ac:cxnSpMkLst>
        </pc:cxnChg>
        <pc:cxnChg chg="add mod">
          <ac:chgData name="bhuvaneshwari kubakaddi" userId="3eca82c115f8ef26" providerId="LiveId" clId="{55E2EDA8-30BE-4659-8FAB-9B27D861CD65}" dt="2026-08-30T14:04:04.504" v="1266" actId="13822"/>
          <ac:cxnSpMkLst>
            <pc:docMk/>
            <pc:sldMk cId="485859236" sldId="275"/>
            <ac:cxnSpMk id="17" creationId="{15652D8F-7097-1F95-9FEB-764757363BE8}"/>
          </ac:cxnSpMkLst>
        </pc:cxnChg>
        <pc:cxnChg chg="add mod">
          <ac:chgData name="bhuvaneshwari kubakaddi" userId="3eca82c115f8ef26" providerId="LiveId" clId="{55E2EDA8-30BE-4659-8FAB-9B27D861CD65}" dt="2026-09-05T10:55:41.454" v="2485" actId="1076"/>
          <ac:cxnSpMkLst>
            <pc:docMk/>
            <pc:sldMk cId="485859236" sldId="275"/>
            <ac:cxnSpMk id="23" creationId="{A06F5A05-5CBB-6354-DE17-7B174D31CF47}"/>
          </ac:cxnSpMkLst>
        </pc:cxnChg>
        <pc:cxnChg chg="add mod">
          <ac:chgData name="bhuvaneshwari kubakaddi" userId="3eca82c115f8ef26" providerId="LiveId" clId="{55E2EDA8-30BE-4659-8FAB-9B27D861CD65}" dt="2026-09-05T11:00:33.335" v="2506" actId="14100"/>
          <ac:cxnSpMkLst>
            <pc:docMk/>
            <pc:sldMk cId="485859236" sldId="275"/>
            <ac:cxnSpMk id="29" creationId="{A8C9500E-647C-154D-04AD-886461542A3D}"/>
          </ac:cxnSpMkLst>
        </pc:cxnChg>
        <pc:cxnChg chg="add mod">
          <ac:chgData name="bhuvaneshwari kubakaddi" userId="3eca82c115f8ef26" providerId="LiveId" clId="{55E2EDA8-30BE-4659-8FAB-9B27D861CD65}" dt="2026-09-05T10:59:15.028" v="2498" actId="14100"/>
          <ac:cxnSpMkLst>
            <pc:docMk/>
            <pc:sldMk cId="485859236" sldId="275"/>
            <ac:cxnSpMk id="32" creationId="{3F1AAD09-BC63-EDA5-DF54-C8AAC51CD7EE}"/>
          </ac:cxnSpMkLst>
        </pc:cxnChg>
      </pc:sldChg>
      <pc:sldChg chg="addSp delSp modSp mod modTransition">
        <pc:chgData name="bhuvaneshwari kubakaddi" userId="3eca82c115f8ef26" providerId="LiveId" clId="{55E2EDA8-30BE-4659-8FAB-9B27D861CD65}" dt="2026-09-02T16:11:40.682" v="2239"/>
        <pc:sldMkLst>
          <pc:docMk/>
          <pc:sldMk cId="644322687" sldId="276"/>
        </pc:sldMkLst>
        <pc:spChg chg="mod">
          <ac:chgData name="bhuvaneshwari kubakaddi" userId="3eca82c115f8ef26" providerId="LiveId" clId="{55E2EDA8-30BE-4659-8FAB-9B27D861CD65}" dt="2026-09-02T16:11:40.682" v="2239"/>
          <ac:spMkLst>
            <pc:docMk/>
            <pc:sldMk cId="644322687" sldId="276"/>
            <ac:spMk id="2" creationId="{3D6969CD-0EBD-8460-375D-7736FFD13D45}"/>
          </ac:spMkLst>
        </pc:spChg>
        <pc:spChg chg="add mod ord">
          <ac:chgData name="bhuvaneshwari kubakaddi" userId="3eca82c115f8ef26" providerId="LiveId" clId="{55E2EDA8-30BE-4659-8FAB-9B27D861CD65}" dt="2026-09-02T15:45:04.111" v="2118" actId="13822"/>
          <ac:spMkLst>
            <pc:docMk/>
            <pc:sldMk cId="644322687" sldId="276"/>
            <ac:spMk id="4" creationId="{3DAC78DA-DC92-ECEF-19EA-756FFA8C6FBB}"/>
          </ac:spMkLst>
        </pc:spChg>
        <pc:spChg chg="mod">
          <ac:chgData name="bhuvaneshwari kubakaddi" userId="3eca82c115f8ef26" providerId="LiveId" clId="{55E2EDA8-30BE-4659-8FAB-9B27D861CD65}" dt="2026-09-02T15:30:23.091" v="2044" actId="1076"/>
          <ac:spMkLst>
            <pc:docMk/>
            <pc:sldMk cId="644322687" sldId="276"/>
            <ac:spMk id="5" creationId="{3114C215-4708-CF05-1CBF-713DBF84B5B2}"/>
          </ac:spMkLst>
        </pc:spChg>
      </pc:sldChg>
      <pc:sldChg chg="modSp add mod ord">
        <pc:chgData name="bhuvaneshwari kubakaddi" userId="3eca82c115f8ef26" providerId="LiveId" clId="{55E2EDA8-30BE-4659-8FAB-9B27D861CD65}" dt="2026-09-03T13:40:17.724" v="2436"/>
        <pc:sldMkLst>
          <pc:docMk/>
          <pc:sldMk cId="985975067" sldId="277"/>
        </pc:sldMkLst>
        <pc:spChg chg="mod">
          <ac:chgData name="bhuvaneshwari kubakaddi" userId="3eca82c115f8ef26" providerId="LiveId" clId="{55E2EDA8-30BE-4659-8FAB-9B27D861CD65}" dt="2026-09-02T16:18:07.145" v="2292" actId="14100"/>
          <ac:spMkLst>
            <pc:docMk/>
            <pc:sldMk cId="985975067" sldId="277"/>
            <ac:spMk id="2" creationId="{1D7AACD3-B077-DD64-9C6C-6E96A361A4AA}"/>
          </ac:spMkLst>
        </pc:spChg>
        <pc:spChg chg="mod">
          <ac:chgData name="bhuvaneshwari kubakaddi" userId="3eca82c115f8ef26" providerId="LiveId" clId="{55E2EDA8-30BE-4659-8FAB-9B27D861CD65}" dt="2026-09-02T16:17:26.975" v="2261" actId="27636"/>
          <ac:spMkLst>
            <pc:docMk/>
            <pc:sldMk cId="985975067" sldId="277"/>
            <ac:spMk id="3" creationId="{B99CAFE4-52DD-598C-45DE-319F4C57D544}"/>
          </ac:spMkLst>
        </pc:spChg>
        <pc:spChg chg="mod">
          <ac:chgData name="bhuvaneshwari kubakaddi" userId="3eca82c115f8ef26" providerId="LiveId" clId="{55E2EDA8-30BE-4659-8FAB-9B27D861CD65}" dt="2026-09-02T16:18:22.994" v="2293" actId="13822"/>
          <ac:spMkLst>
            <pc:docMk/>
            <pc:sldMk cId="985975067" sldId="277"/>
            <ac:spMk id="4" creationId="{383172CD-591C-8364-8272-003296200383}"/>
          </ac:spMkLst>
        </pc:spChg>
      </pc:sldChg>
      <pc:sldChg chg="addSp modSp add mod ord modTransition">
        <pc:chgData name="bhuvaneshwari kubakaddi" userId="3eca82c115f8ef26" providerId="LiveId" clId="{55E2EDA8-30BE-4659-8FAB-9B27D861CD65}" dt="2026-09-02T16:28:44.267" v="2434" actId="1076"/>
        <pc:sldMkLst>
          <pc:docMk/>
          <pc:sldMk cId="3825872792" sldId="278"/>
        </pc:sldMkLst>
        <pc:spChg chg="mod">
          <ac:chgData name="bhuvaneshwari kubakaddi" userId="3eca82c115f8ef26" providerId="LiveId" clId="{55E2EDA8-30BE-4659-8FAB-9B27D861CD65}" dt="2026-09-02T16:28:44.267" v="2434" actId="1076"/>
          <ac:spMkLst>
            <pc:docMk/>
            <pc:sldMk cId="3825872792" sldId="278"/>
            <ac:spMk id="2" creationId="{1C75BEE0-EA98-C606-2204-B9EC5F35D051}"/>
          </ac:spMkLst>
        </pc:spChg>
        <pc:spChg chg="mod">
          <ac:chgData name="bhuvaneshwari kubakaddi" userId="3eca82c115f8ef26" providerId="LiveId" clId="{55E2EDA8-30BE-4659-8FAB-9B27D861CD65}" dt="2026-09-02T16:23:49.990" v="2401" actId="6549"/>
          <ac:spMkLst>
            <pc:docMk/>
            <pc:sldMk cId="3825872792" sldId="278"/>
            <ac:spMk id="3" creationId="{595C4F28-2191-7CBE-2DB3-59E4155DD5BE}"/>
          </ac:spMkLst>
        </pc:spChg>
        <pc:spChg chg="mod">
          <ac:chgData name="bhuvaneshwari kubakaddi" userId="3eca82c115f8ef26" providerId="LiveId" clId="{55E2EDA8-30BE-4659-8FAB-9B27D861CD65}" dt="2026-09-02T16:28:38.429" v="2433" actId="1076"/>
          <ac:spMkLst>
            <pc:docMk/>
            <pc:sldMk cId="3825872792" sldId="278"/>
            <ac:spMk id="4" creationId="{C8F81505-5E8B-8308-E84D-D96FBC491898}"/>
          </ac:spMkLst>
        </pc:spChg>
        <pc:picChg chg="add mod">
          <ac:chgData name="bhuvaneshwari kubakaddi" userId="3eca82c115f8ef26" providerId="LiveId" clId="{55E2EDA8-30BE-4659-8FAB-9B27D861CD65}" dt="2026-09-02T16:23:56.947" v="2403" actId="1076"/>
          <ac:picMkLst>
            <pc:docMk/>
            <pc:sldMk cId="3825872792" sldId="278"/>
            <ac:picMk id="5" creationId="{EFD5135C-801F-55B2-CCE2-7759C3081C72}"/>
          </ac:picMkLst>
        </pc:picChg>
      </pc:sldChg>
      <pc:sldChg chg="addSp delSp modSp add mod ord modTransition">
        <pc:chgData name="bhuvaneshwari kubakaddi" userId="3eca82c115f8ef26" providerId="LiveId" clId="{55E2EDA8-30BE-4659-8FAB-9B27D861CD65}" dt="2026-09-05T10:49:19.893" v="2475" actId="207"/>
        <pc:sldMkLst>
          <pc:docMk/>
          <pc:sldMk cId="2294089558" sldId="279"/>
        </pc:sldMkLst>
        <pc:spChg chg="del">
          <ac:chgData name="bhuvaneshwari kubakaddi" userId="3eca82c115f8ef26" providerId="LiveId" clId="{55E2EDA8-30BE-4659-8FAB-9B27D861CD65}" dt="2026-09-05T10:42:39.763" v="2446" actId="478"/>
          <ac:spMkLst>
            <pc:docMk/>
            <pc:sldMk cId="2294089558" sldId="279"/>
            <ac:spMk id="4" creationId="{23C58DDB-566F-BB94-1946-705403C15A5C}"/>
          </ac:spMkLst>
        </pc:spChg>
        <pc:spChg chg="del">
          <ac:chgData name="bhuvaneshwari kubakaddi" userId="3eca82c115f8ef26" providerId="LiveId" clId="{55E2EDA8-30BE-4659-8FAB-9B27D861CD65}" dt="2026-09-05T10:42:57.675" v="2448" actId="478"/>
          <ac:spMkLst>
            <pc:docMk/>
            <pc:sldMk cId="2294089558" sldId="279"/>
            <ac:spMk id="5" creationId="{49CEA6DA-4946-C568-B494-7602B8B5FACF}"/>
          </ac:spMkLst>
        </pc:spChg>
        <pc:spChg chg="add mod">
          <ac:chgData name="bhuvaneshwari kubakaddi" userId="3eca82c115f8ef26" providerId="LiveId" clId="{55E2EDA8-30BE-4659-8FAB-9B27D861CD65}" dt="2026-09-05T10:49:05.663" v="2474" actId="13822"/>
          <ac:spMkLst>
            <pc:docMk/>
            <pc:sldMk cId="2294089558" sldId="279"/>
            <ac:spMk id="6" creationId="{4C363996-6356-B0AB-9758-8916E457E899}"/>
          </ac:spMkLst>
        </pc:spChg>
        <pc:spChg chg="add mod">
          <ac:chgData name="bhuvaneshwari kubakaddi" userId="3eca82c115f8ef26" providerId="LiveId" clId="{55E2EDA8-30BE-4659-8FAB-9B27D861CD65}" dt="2026-09-05T10:49:19.893" v="2475" actId="207"/>
          <ac:spMkLst>
            <pc:docMk/>
            <pc:sldMk cId="2294089558" sldId="279"/>
            <ac:spMk id="7" creationId="{792E704A-8BDD-1875-EF34-03CE4E52A53A}"/>
          </ac:spMkLst>
        </pc:spChg>
        <pc:spChg chg="del">
          <ac:chgData name="bhuvaneshwari kubakaddi" userId="3eca82c115f8ef26" providerId="LiveId" clId="{55E2EDA8-30BE-4659-8FAB-9B27D861CD65}" dt="2026-09-05T10:43:05.974" v="2449" actId="478"/>
          <ac:spMkLst>
            <pc:docMk/>
            <pc:sldMk cId="2294089558" sldId="279"/>
            <ac:spMk id="11" creationId="{A85E373C-1931-0DB0-B21C-429A89AD0716}"/>
          </ac:spMkLst>
        </pc:spChg>
        <pc:spChg chg="del">
          <ac:chgData name="bhuvaneshwari kubakaddi" userId="3eca82c115f8ef26" providerId="LiveId" clId="{55E2EDA8-30BE-4659-8FAB-9B27D861CD65}" dt="2026-09-05T10:43:05.974" v="2449" actId="478"/>
          <ac:spMkLst>
            <pc:docMk/>
            <pc:sldMk cId="2294089558" sldId="279"/>
            <ac:spMk id="12" creationId="{22FBEA32-E0D1-2362-1972-5A714F153220}"/>
          </ac:spMkLst>
        </pc:spChg>
        <pc:spChg chg="mod">
          <ac:chgData name="bhuvaneshwari kubakaddi" userId="3eca82c115f8ef26" providerId="LiveId" clId="{55E2EDA8-30BE-4659-8FAB-9B27D861CD65}" dt="2026-09-05T10:43:22.575" v="2460" actId="20577"/>
          <ac:spMkLst>
            <pc:docMk/>
            <pc:sldMk cId="2294089558" sldId="279"/>
            <ac:spMk id="13" creationId="{3D81272C-18F4-AB5B-C20F-54BA6A3EB626}"/>
          </ac:spMkLst>
        </pc:spChg>
        <pc:spChg chg="del">
          <ac:chgData name="bhuvaneshwari kubakaddi" userId="3eca82c115f8ef26" providerId="LiveId" clId="{55E2EDA8-30BE-4659-8FAB-9B27D861CD65}" dt="2026-09-05T10:43:05.974" v="2449" actId="478"/>
          <ac:spMkLst>
            <pc:docMk/>
            <pc:sldMk cId="2294089558" sldId="279"/>
            <ac:spMk id="14" creationId="{52E805A5-3774-13F1-4348-1269B3341C73}"/>
          </ac:spMkLst>
        </pc:spChg>
        <pc:spChg chg="del">
          <ac:chgData name="bhuvaneshwari kubakaddi" userId="3eca82c115f8ef26" providerId="LiveId" clId="{55E2EDA8-30BE-4659-8FAB-9B27D861CD65}" dt="2026-09-05T10:43:05.974" v="2449" actId="478"/>
          <ac:spMkLst>
            <pc:docMk/>
            <pc:sldMk cId="2294089558" sldId="279"/>
            <ac:spMk id="15" creationId="{0F46CF7A-6994-255E-FF1D-3EBD74645902}"/>
          </ac:spMkLst>
        </pc:spChg>
        <pc:spChg chg="del">
          <ac:chgData name="bhuvaneshwari kubakaddi" userId="3eca82c115f8ef26" providerId="LiveId" clId="{55E2EDA8-30BE-4659-8FAB-9B27D861CD65}" dt="2026-09-05T10:42:52.612" v="2447" actId="478"/>
          <ac:spMkLst>
            <pc:docMk/>
            <pc:sldMk cId="2294089558" sldId="279"/>
            <ac:spMk id="16" creationId="{FABBCEDF-C5E2-3133-74FA-BDA14C606FCB}"/>
          </ac:spMkLst>
        </pc:spChg>
        <pc:spChg chg="del">
          <ac:chgData name="bhuvaneshwari kubakaddi" userId="3eca82c115f8ef26" providerId="LiveId" clId="{55E2EDA8-30BE-4659-8FAB-9B27D861CD65}" dt="2026-09-05T10:42:52.612" v="2447" actId="478"/>
          <ac:spMkLst>
            <pc:docMk/>
            <pc:sldMk cId="2294089558" sldId="279"/>
            <ac:spMk id="17" creationId="{964FDF40-9968-C55F-A3D1-1876B7A757D8}"/>
          </ac:spMkLst>
        </pc:spChg>
        <pc:picChg chg="mod">
          <ac:chgData name="bhuvaneshwari kubakaddi" userId="3eca82c115f8ef26" providerId="LiveId" clId="{55E2EDA8-30BE-4659-8FAB-9B27D861CD65}" dt="2026-09-05T10:47:56.780" v="2472" actId="16037"/>
          <ac:picMkLst>
            <pc:docMk/>
            <pc:sldMk cId="2294089558" sldId="279"/>
            <ac:picMk id="3" creationId="{EE767904-C0F1-A439-D4C9-8078B044442A}"/>
          </ac:picMkLst>
        </pc:picChg>
      </pc:sldChg>
      <pc:sldMasterChg chg="del delSldLayout">
        <pc:chgData name="bhuvaneshwari kubakaddi" userId="3eca82c115f8ef26" providerId="LiveId" clId="{55E2EDA8-30BE-4659-8FAB-9B27D861CD65}" dt="2026-09-05T10:47:09.975" v="2468" actId="47"/>
        <pc:sldMasterMkLst>
          <pc:docMk/>
          <pc:sldMasterMk cId="3968735640" sldId="2147483921"/>
        </pc:sldMasterMkLst>
        <pc:sldLayoutChg chg="del">
          <pc:chgData name="bhuvaneshwari kubakaddi" userId="3eca82c115f8ef26" providerId="LiveId" clId="{55E2EDA8-30BE-4659-8FAB-9B27D861CD65}" dt="2026-09-05T10:47:09.975" v="2468" actId="47"/>
          <pc:sldLayoutMkLst>
            <pc:docMk/>
            <pc:sldMasterMk cId="3968735640" sldId="2147483921"/>
            <pc:sldLayoutMk cId="2412014642" sldId="2147483922"/>
          </pc:sldLayoutMkLst>
        </pc:sldLayoutChg>
        <pc:sldLayoutChg chg="del">
          <pc:chgData name="bhuvaneshwari kubakaddi" userId="3eca82c115f8ef26" providerId="LiveId" clId="{55E2EDA8-30BE-4659-8FAB-9B27D861CD65}" dt="2026-09-05T10:47:09.975" v="2468" actId="47"/>
          <pc:sldLayoutMkLst>
            <pc:docMk/>
            <pc:sldMasterMk cId="3968735640" sldId="2147483921"/>
            <pc:sldLayoutMk cId="3344321159" sldId="2147483923"/>
          </pc:sldLayoutMkLst>
        </pc:sldLayoutChg>
        <pc:sldLayoutChg chg="del">
          <pc:chgData name="bhuvaneshwari kubakaddi" userId="3eca82c115f8ef26" providerId="LiveId" clId="{55E2EDA8-30BE-4659-8FAB-9B27D861CD65}" dt="2026-09-05T10:47:09.975" v="2468" actId="47"/>
          <pc:sldLayoutMkLst>
            <pc:docMk/>
            <pc:sldMasterMk cId="3968735640" sldId="2147483921"/>
            <pc:sldLayoutMk cId="2368210538" sldId="2147483924"/>
          </pc:sldLayoutMkLst>
        </pc:sldLayoutChg>
        <pc:sldLayoutChg chg="del">
          <pc:chgData name="bhuvaneshwari kubakaddi" userId="3eca82c115f8ef26" providerId="LiveId" clId="{55E2EDA8-30BE-4659-8FAB-9B27D861CD65}" dt="2026-09-05T10:47:09.975" v="2468" actId="47"/>
          <pc:sldLayoutMkLst>
            <pc:docMk/>
            <pc:sldMasterMk cId="3968735640" sldId="2147483921"/>
            <pc:sldLayoutMk cId="1567925929" sldId="2147483925"/>
          </pc:sldLayoutMkLst>
        </pc:sldLayoutChg>
        <pc:sldLayoutChg chg="del">
          <pc:chgData name="bhuvaneshwari kubakaddi" userId="3eca82c115f8ef26" providerId="LiveId" clId="{55E2EDA8-30BE-4659-8FAB-9B27D861CD65}" dt="2026-09-05T10:47:09.975" v="2468" actId="47"/>
          <pc:sldLayoutMkLst>
            <pc:docMk/>
            <pc:sldMasterMk cId="3968735640" sldId="2147483921"/>
            <pc:sldLayoutMk cId="1106333147" sldId="2147483926"/>
          </pc:sldLayoutMkLst>
        </pc:sldLayoutChg>
        <pc:sldLayoutChg chg="del">
          <pc:chgData name="bhuvaneshwari kubakaddi" userId="3eca82c115f8ef26" providerId="LiveId" clId="{55E2EDA8-30BE-4659-8FAB-9B27D861CD65}" dt="2026-09-05T10:47:09.975" v="2468" actId="47"/>
          <pc:sldLayoutMkLst>
            <pc:docMk/>
            <pc:sldMasterMk cId="3968735640" sldId="2147483921"/>
            <pc:sldLayoutMk cId="1122523061" sldId="2147483927"/>
          </pc:sldLayoutMkLst>
        </pc:sldLayoutChg>
        <pc:sldLayoutChg chg="del">
          <pc:chgData name="bhuvaneshwari kubakaddi" userId="3eca82c115f8ef26" providerId="LiveId" clId="{55E2EDA8-30BE-4659-8FAB-9B27D861CD65}" dt="2026-09-05T10:47:09.975" v="2468" actId="47"/>
          <pc:sldLayoutMkLst>
            <pc:docMk/>
            <pc:sldMasterMk cId="3968735640" sldId="2147483921"/>
            <pc:sldLayoutMk cId="980286020" sldId="2147483928"/>
          </pc:sldLayoutMkLst>
        </pc:sldLayoutChg>
        <pc:sldLayoutChg chg="del">
          <pc:chgData name="bhuvaneshwari kubakaddi" userId="3eca82c115f8ef26" providerId="LiveId" clId="{55E2EDA8-30BE-4659-8FAB-9B27D861CD65}" dt="2026-09-05T10:47:09.975" v="2468" actId="47"/>
          <pc:sldLayoutMkLst>
            <pc:docMk/>
            <pc:sldMasterMk cId="3968735640" sldId="2147483921"/>
            <pc:sldLayoutMk cId="3387630646" sldId="2147483929"/>
          </pc:sldLayoutMkLst>
        </pc:sldLayoutChg>
        <pc:sldLayoutChg chg="del">
          <pc:chgData name="bhuvaneshwari kubakaddi" userId="3eca82c115f8ef26" providerId="LiveId" clId="{55E2EDA8-30BE-4659-8FAB-9B27D861CD65}" dt="2026-09-05T10:47:09.975" v="2468" actId="47"/>
          <pc:sldLayoutMkLst>
            <pc:docMk/>
            <pc:sldMasterMk cId="3968735640" sldId="2147483921"/>
            <pc:sldLayoutMk cId="4121412187" sldId="2147483930"/>
          </pc:sldLayoutMkLst>
        </pc:sldLayoutChg>
        <pc:sldLayoutChg chg="del">
          <pc:chgData name="bhuvaneshwari kubakaddi" userId="3eca82c115f8ef26" providerId="LiveId" clId="{55E2EDA8-30BE-4659-8FAB-9B27D861CD65}" dt="2026-09-05T10:47:09.975" v="2468" actId="47"/>
          <pc:sldLayoutMkLst>
            <pc:docMk/>
            <pc:sldMasterMk cId="3968735640" sldId="2147483921"/>
            <pc:sldLayoutMk cId="2895288573" sldId="2147483931"/>
          </pc:sldLayoutMkLst>
        </pc:sldLayoutChg>
        <pc:sldLayoutChg chg="del">
          <pc:chgData name="bhuvaneshwari kubakaddi" userId="3eca82c115f8ef26" providerId="LiveId" clId="{55E2EDA8-30BE-4659-8FAB-9B27D861CD65}" dt="2026-09-05T10:47:09.975" v="2468" actId="47"/>
          <pc:sldLayoutMkLst>
            <pc:docMk/>
            <pc:sldMasterMk cId="3968735640" sldId="2147483921"/>
            <pc:sldLayoutMk cId="1630955877" sldId="2147483932"/>
          </pc:sldLayoutMkLst>
        </pc:sldLayoutChg>
        <pc:sldLayoutChg chg="del">
          <pc:chgData name="bhuvaneshwari kubakaddi" userId="3eca82c115f8ef26" providerId="LiveId" clId="{55E2EDA8-30BE-4659-8FAB-9B27D861CD65}" dt="2026-09-05T10:47:09.975" v="2468" actId="47"/>
          <pc:sldLayoutMkLst>
            <pc:docMk/>
            <pc:sldMasterMk cId="3968735640" sldId="2147483921"/>
            <pc:sldLayoutMk cId="2368520338" sldId="2147483933"/>
          </pc:sldLayoutMkLst>
        </pc:sldLayoutChg>
        <pc:sldLayoutChg chg="del">
          <pc:chgData name="bhuvaneshwari kubakaddi" userId="3eca82c115f8ef26" providerId="LiveId" clId="{55E2EDA8-30BE-4659-8FAB-9B27D861CD65}" dt="2026-09-05T10:47:09.975" v="2468" actId="47"/>
          <pc:sldLayoutMkLst>
            <pc:docMk/>
            <pc:sldMasterMk cId="3968735640" sldId="2147483921"/>
            <pc:sldLayoutMk cId="282856567" sldId="2147483934"/>
          </pc:sldLayoutMkLst>
        </pc:sldLayoutChg>
        <pc:sldLayoutChg chg="del">
          <pc:chgData name="bhuvaneshwari kubakaddi" userId="3eca82c115f8ef26" providerId="LiveId" clId="{55E2EDA8-30BE-4659-8FAB-9B27D861CD65}" dt="2026-09-05T10:47:09.975" v="2468" actId="47"/>
          <pc:sldLayoutMkLst>
            <pc:docMk/>
            <pc:sldMasterMk cId="3968735640" sldId="2147483921"/>
            <pc:sldLayoutMk cId="3259039116" sldId="2147483935"/>
          </pc:sldLayoutMkLst>
        </pc:sldLayoutChg>
        <pc:sldLayoutChg chg="del">
          <pc:chgData name="bhuvaneshwari kubakaddi" userId="3eca82c115f8ef26" providerId="LiveId" clId="{55E2EDA8-30BE-4659-8FAB-9B27D861CD65}" dt="2026-09-05T10:47:09.975" v="2468" actId="47"/>
          <pc:sldLayoutMkLst>
            <pc:docMk/>
            <pc:sldMasterMk cId="3968735640" sldId="2147483921"/>
            <pc:sldLayoutMk cId="3390069571" sldId="2147483936"/>
          </pc:sldLayoutMkLst>
        </pc:sldLayoutChg>
        <pc:sldLayoutChg chg="del">
          <pc:chgData name="bhuvaneshwari kubakaddi" userId="3eca82c115f8ef26" providerId="LiveId" clId="{55E2EDA8-30BE-4659-8FAB-9B27D861CD65}" dt="2026-09-05T10:47:09.975" v="2468" actId="47"/>
          <pc:sldLayoutMkLst>
            <pc:docMk/>
            <pc:sldMasterMk cId="3968735640" sldId="2147483921"/>
            <pc:sldLayoutMk cId="2631424936" sldId="2147483937"/>
          </pc:sldLayoutMkLst>
        </pc:sldLayoutChg>
        <pc:sldLayoutChg chg="del">
          <pc:chgData name="bhuvaneshwari kubakaddi" userId="3eca82c115f8ef26" providerId="LiveId" clId="{55E2EDA8-30BE-4659-8FAB-9B27D861CD65}" dt="2026-09-05T10:47:09.975" v="2468" actId="47"/>
          <pc:sldLayoutMkLst>
            <pc:docMk/>
            <pc:sldMasterMk cId="3968735640" sldId="2147483921"/>
            <pc:sldLayoutMk cId="4005129577" sldId="214748393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277869-5CF0-4BA3-A64F-ABCDAF1B03A0}" type="datetimeFigureOut">
              <a:rPr lang="en-IN" smtClean="0"/>
              <a:t>05-09-2026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795D42-F97E-4C31-B0FF-79DD7E53E22D}" type="slidenum">
              <a:rPr lang="en-IN" smtClean="0"/>
              <a:t>‹#›</a:t>
            </a:fld>
            <a:endParaRPr lang="en-IN"/>
          </a:p>
        </p:txBody>
      </p:sp>
    </p:spTree>
    <p:extLst>
      <p:ext uri="{BB962C8B-B14F-4D97-AF65-F5344CB8AC3E}">
        <p14:creationId xmlns:p14="http://schemas.microsoft.com/office/powerpoint/2010/main" val="1103785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2795D42-F97E-4C31-B0FF-79DD7E53E22D}" type="slidenum">
              <a:rPr lang="en-IN" smtClean="0"/>
              <a:t>1</a:t>
            </a:fld>
            <a:endParaRPr lang="en-IN"/>
          </a:p>
        </p:txBody>
      </p:sp>
    </p:spTree>
    <p:extLst>
      <p:ext uri="{BB962C8B-B14F-4D97-AF65-F5344CB8AC3E}">
        <p14:creationId xmlns:p14="http://schemas.microsoft.com/office/powerpoint/2010/main" val="39136023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3A7F4-533B-C6B9-39D9-8B6E471409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CB23AF-D863-737C-C940-A3088DF087A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F820615-AE7A-0EAF-DB0B-ACBBE025515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76D2DEF-8DD7-72F9-F65D-E6701BC23B00}"/>
              </a:ext>
            </a:extLst>
          </p:cNvPr>
          <p:cNvSpPr>
            <a:spLocks noGrp="1"/>
          </p:cNvSpPr>
          <p:nvPr>
            <p:ph type="sldNum" sz="quarter" idx="5"/>
          </p:nvPr>
        </p:nvSpPr>
        <p:spPr/>
        <p:txBody>
          <a:bodyPr/>
          <a:lstStyle/>
          <a:p>
            <a:fld id="{C2795D42-F97E-4C31-B0FF-79DD7E53E22D}" type="slidenum">
              <a:rPr lang="en-IN" smtClean="0"/>
              <a:t>13</a:t>
            </a:fld>
            <a:endParaRPr lang="en-IN"/>
          </a:p>
        </p:txBody>
      </p:sp>
    </p:spTree>
    <p:extLst>
      <p:ext uri="{BB962C8B-B14F-4D97-AF65-F5344CB8AC3E}">
        <p14:creationId xmlns:p14="http://schemas.microsoft.com/office/powerpoint/2010/main" val="10279227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5403E-B17A-D246-2C92-D57733DCAD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852075-6FD7-5C12-65F6-1B778554A8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554C94B-1795-E4A7-3BDB-7F8C6C84CD95}"/>
              </a:ext>
            </a:extLst>
          </p:cNvPr>
          <p:cNvSpPr>
            <a:spLocks noGrp="1"/>
          </p:cNvSpPr>
          <p:nvPr>
            <p:ph type="dt" sz="half" idx="10"/>
          </p:nvPr>
        </p:nvSpPr>
        <p:spPr/>
        <p:txBody>
          <a:bodyPr/>
          <a:lstStyle/>
          <a:p>
            <a:fld id="{63950C77-6BBF-481F-8475-A73D93767B79}" type="datetimeFigureOut">
              <a:rPr lang="en-IN" smtClean="0"/>
              <a:t>05-09-2026</a:t>
            </a:fld>
            <a:endParaRPr lang="en-IN"/>
          </a:p>
        </p:txBody>
      </p:sp>
      <p:sp>
        <p:nvSpPr>
          <p:cNvPr id="5" name="Footer Placeholder 4">
            <a:extLst>
              <a:ext uri="{FF2B5EF4-FFF2-40B4-BE49-F238E27FC236}">
                <a16:creationId xmlns:a16="http://schemas.microsoft.com/office/drawing/2014/main" id="{790E378A-4DCE-96D1-51AC-DABFCAA6FF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19EEE1-892A-6C08-3557-FC4C0AA4F976}"/>
              </a:ext>
            </a:extLst>
          </p:cNvPr>
          <p:cNvSpPr>
            <a:spLocks noGrp="1"/>
          </p:cNvSpPr>
          <p:nvPr>
            <p:ph type="sldNum" sz="quarter" idx="12"/>
          </p:nvPr>
        </p:nvSpPr>
        <p:spPr/>
        <p:txBody>
          <a:bodyPr/>
          <a:lstStyle/>
          <a:p>
            <a:fld id="{91763379-5E5E-4EFE-B35C-BD94B12ED01F}" type="slidenum">
              <a:rPr lang="en-IN" smtClean="0"/>
              <a:t>‹#›</a:t>
            </a:fld>
            <a:endParaRPr lang="en-IN"/>
          </a:p>
        </p:txBody>
      </p:sp>
    </p:spTree>
    <p:extLst>
      <p:ext uri="{BB962C8B-B14F-4D97-AF65-F5344CB8AC3E}">
        <p14:creationId xmlns:p14="http://schemas.microsoft.com/office/powerpoint/2010/main" val="3108253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813BB-BD2B-C7C2-8D33-C00A5DAA39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95520B-8556-555B-7242-2817E3D6BF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581E2B-7F1E-119E-BD02-F6CC52D61A00}"/>
              </a:ext>
            </a:extLst>
          </p:cNvPr>
          <p:cNvSpPr>
            <a:spLocks noGrp="1"/>
          </p:cNvSpPr>
          <p:nvPr>
            <p:ph type="dt" sz="half" idx="10"/>
          </p:nvPr>
        </p:nvSpPr>
        <p:spPr/>
        <p:txBody>
          <a:bodyPr/>
          <a:lstStyle/>
          <a:p>
            <a:fld id="{63950C77-6BBF-481F-8475-A73D93767B79}" type="datetimeFigureOut">
              <a:rPr lang="en-IN" smtClean="0"/>
              <a:t>05-09-2026</a:t>
            </a:fld>
            <a:endParaRPr lang="en-IN"/>
          </a:p>
        </p:txBody>
      </p:sp>
      <p:sp>
        <p:nvSpPr>
          <p:cNvPr id="5" name="Footer Placeholder 4">
            <a:extLst>
              <a:ext uri="{FF2B5EF4-FFF2-40B4-BE49-F238E27FC236}">
                <a16:creationId xmlns:a16="http://schemas.microsoft.com/office/drawing/2014/main" id="{E43EB2FD-4554-8CDC-B743-9B94FCE37E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65CC70-F1F6-1823-8177-CD36BD4E64B6}"/>
              </a:ext>
            </a:extLst>
          </p:cNvPr>
          <p:cNvSpPr>
            <a:spLocks noGrp="1"/>
          </p:cNvSpPr>
          <p:nvPr>
            <p:ph type="sldNum" sz="quarter" idx="12"/>
          </p:nvPr>
        </p:nvSpPr>
        <p:spPr/>
        <p:txBody>
          <a:bodyPr/>
          <a:lstStyle/>
          <a:p>
            <a:fld id="{91763379-5E5E-4EFE-B35C-BD94B12ED01F}" type="slidenum">
              <a:rPr lang="en-IN" smtClean="0"/>
              <a:t>‹#›</a:t>
            </a:fld>
            <a:endParaRPr lang="en-IN"/>
          </a:p>
        </p:txBody>
      </p:sp>
    </p:spTree>
    <p:extLst>
      <p:ext uri="{BB962C8B-B14F-4D97-AF65-F5344CB8AC3E}">
        <p14:creationId xmlns:p14="http://schemas.microsoft.com/office/powerpoint/2010/main" val="2586584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635E9-6EC5-B220-FE7B-472633556F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29A33DB-910E-3D8E-49E5-9C5CF4BDF4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36E258-8C6E-B966-C934-D8444378DFF3}"/>
              </a:ext>
            </a:extLst>
          </p:cNvPr>
          <p:cNvSpPr>
            <a:spLocks noGrp="1"/>
          </p:cNvSpPr>
          <p:nvPr>
            <p:ph type="dt" sz="half" idx="10"/>
          </p:nvPr>
        </p:nvSpPr>
        <p:spPr/>
        <p:txBody>
          <a:bodyPr/>
          <a:lstStyle/>
          <a:p>
            <a:fld id="{63950C77-6BBF-481F-8475-A73D93767B79}" type="datetimeFigureOut">
              <a:rPr lang="en-IN" smtClean="0"/>
              <a:t>05-09-2026</a:t>
            </a:fld>
            <a:endParaRPr lang="en-IN"/>
          </a:p>
        </p:txBody>
      </p:sp>
      <p:sp>
        <p:nvSpPr>
          <p:cNvPr id="5" name="Footer Placeholder 4">
            <a:extLst>
              <a:ext uri="{FF2B5EF4-FFF2-40B4-BE49-F238E27FC236}">
                <a16:creationId xmlns:a16="http://schemas.microsoft.com/office/drawing/2014/main" id="{97A95ACD-27BA-231B-2A8E-57E82BEDB2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BC0339-C334-C2D3-4D3D-C037AA2B6C61}"/>
              </a:ext>
            </a:extLst>
          </p:cNvPr>
          <p:cNvSpPr>
            <a:spLocks noGrp="1"/>
          </p:cNvSpPr>
          <p:nvPr>
            <p:ph type="sldNum" sz="quarter" idx="12"/>
          </p:nvPr>
        </p:nvSpPr>
        <p:spPr/>
        <p:txBody>
          <a:bodyPr/>
          <a:lstStyle/>
          <a:p>
            <a:fld id="{91763379-5E5E-4EFE-B35C-BD94B12ED01F}" type="slidenum">
              <a:rPr lang="en-IN" smtClean="0"/>
              <a:t>‹#›</a:t>
            </a:fld>
            <a:endParaRPr lang="en-IN"/>
          </a:p>
        </p:txBody>
      </p:sp>
    </p:spTree>
    <p:extLst>
      <p:ext uri="{BB962C8B-B14F-4D97-AF65-F5344CB8AC3E}">
        <p14:creationId xmlns:p14="http://schemas.microsoft.com/office/powerpoint/2010/main" val="3441998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51CBB-25A2-C084-D0BC-7C38EF97C2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40858BD-69D8-63A2-40C9-13A108BDD9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41E1C58-22DE-62FE-1894-03F876D5CB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390BA1E-62CE-02A4-2B9B-73B4442762B0}"/>
              </a:ext>
            </a:extLst>
          </p:cNvPr>
          <p:cNvSpPr>
            <a:spLocks noGrp="1"/>
          </p:cNvSpPr>
          <p:nvPr>
            <p:ph type="dt" sz="half" idx="10"/>
          </p:nvPr>
        </p:nvSpPr>
        <p:spPr/>
        <p:txBody>
          <a:bodyPr/>
          <a:lstStyle/>
          <a:p>
            <a:fld id="{63950C77-6BBF-481F-8475-A73D93767B79}" type="datetimeFigureOut">
              <a:rPr lang="en-IN" smtClean="0"/>
              <a:t>05-09-2026</a:t>
            </a:fld>
            <a:endParaRPr lang="en-IN"/>
          </a:p>
        </p:txBody>
      </p:sp>
      <p:sp>
        <p:nvSpPr>
          <p:cNvPr id="6" name="Footer Placeholder 5">
            <a:extLst>
              <a:ext uri="{FF2B5EF4-FFF2-40B4-BE49-F238E27FC236}">
                <a16:creationId xmlns:a16="http://schemas.microsoft.com/office/drawing/2014/main" id="{709C6630-3B66-D5D7-0A18-581D6AA130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BE22DF-B3DA-04A6-BF97-A3EFC6973BFC}"/>
              </a:ext>
            </a:extLst>
          </p:cNvPr>
          <p:cNvSpPr>
            <a:spLocks noGrp="1"/>
          </p:cNvSpPr>
          <p:nvPr>
            <p:ph type="sldNum" sz="quarter" idx="12"/>
          </p:nvPr>
        </p:nvSpPr>
        <p:spPr/>
        <p:txBody>
          <a:bodyPr/>
          <a:lstStyle/>
          <a:p>
            <a:fld id="{91763379-5E5E-4EFE-B35C-BD94B12ED01F}" type="slidenum">
              <a:rPr lang="en-IN" smtClean="0"/>
              <a:t>‹#›</a:t>
            </a:fld>
            <a:endParaRPr lang="en-IN"/>
          </a:p>
        </p:txBody>
      </p:sp>
    </p:spTree>
    <p:extLst>
      <p:ext uri="{BB962C8B-B14F-4D97-AF65-F5344CB8AC3E}">
        <p14:creationId xmlns:p14="http://schemas.microsoft.com/office/powerpoint/2010/main" val="3188195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A7AC9-8C1A-0340-E429-6E5F9531A9A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4BB364-29BF-5A43-3306-A98340ECA4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FB8DBC-D5DC-46BD-68B7-6CF6D4C417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52BA10D-3968-0835-6D97-59FAA94CE8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831CF9-E4C2-8C04-5D60-953214F25D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92FA54-4F53-4F8E-1543-CFDBB69B470B}"/>
              </a:ext>
            </a:extLst>
          </p:cNvPr>
          <p:cNvSpPr>
            <a:spLocks noGrp="1"/>
          </p:cNvSpPr>
          <p:nvPr>
            <p:ph type="dt" sz="half" idx="10"/>
          </p:nvPr>
        </p:nvSpPr>
        <p:spPr/>
        <p:txBody>
          <a:bodyPr/>
          <a:lstStyle/>
          <a:p>
            <a:fld id="{63950C77-6BBF-481F-8475-A73D93767B79}" type="datetimeFigureOut">
              <a:rPr lang="en-IN" smtClean="0"/>
              <a:t>05-09-2026</a:t>
            </a:fld>
            <a:endParaRPr lang="en-IN"/>
          </a:p>
        </p:txBody>
      </p:sp>
      <p:sp>
        <p:nvSpPr>
          <p:cNvPr id="8" name="Footer Placeholder 7">
            <a:extLst>
              <a:ext uri="{FF2B5EF4-FFF2-40B4-BE49-F238E27FC236}">
                <a16:creationId xmlns:a16="http://schemas.microsoft.com/office/drawing/2014/main" id="{83BBC1BE-0ECD-4B88-1FD1-F14F53EA8F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81CBA0E-7496-D2FE-1C77-8F654B9538AE}"/>
              </a:ext>
            </a:extLst>
          </p:cNvPr>
          <p:cNvSpPr>
            <a:spLocks noGrp="1"/>
          </p:cNvSpPr>
          <p:nvPr>
            <p:ph type="sldNum" sz="quarter" idx="12"/>
          </p:nvPr>
        </p:nvSpPr>
        <p:spPr/>
        <p:txBody>
          <a:bodyPr/>
          <a:lstStyle/>
          <a:p>
            <a:fld id="{91763379-5E5E-4EFE-B35C-BD94B12ED01F}" type="slidenum">
              <a:rPr lang="en-IN" smtClean="0"/>
              <a:t>‹#›</a:t>
            </a:fld>
            <a:endParaRPr lang="en-IN"/>
          </a:p>
        </p:txBody>
      </p:sp>
    </p:spTree>
    <p:extLst>
      <p:ext uri="{BB962C8B-B14F-4D97-AF65-F5344CB8AC3E}">
        <p14:creationId xmlns:p14="http://schemas.microsoft.com/office/powerpoint/2010/main" val="4228315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711FF-D522-7231-7587-71F72A20072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CE16E6D-0544-20B2-8194-9CA0BB1785AB}"/>
              </a:ext>
            </a:extLst>
          </p:cNvPr>
          <p:cNvSpPr>
            <a:spLocks noGrp="1"/>
          </p:cNvSpPr>
          <p:nvPr>
            <p:ph type="dt" sz="half" idx="10"/>
          </p:nvPr>
        </p:nvSpPr>
        <p:spPr/>
        <p:txBody>
          <a:bodyPr/>
          <a:lstStyle/>
          <a:p>
            <a:fld id="{63950C77-6BBF-481F-8475-A73D93767B79}" type="datetimeFigureOut">
              <a:rPr lang="en-IN" smtClean="0"/>
              <a:t>05-09-2026</a:t>
            </a:fld>
            <a:endParaRPr lang="en-IN"/>
          </a:p>
        </p:txBody>
      </p:sp>
      <p:sp>
        <p:nvSpPr>
          <p:cNvPr id="4" name="Footer Placeholder 3">
            <a:extLst>
              <a:ext uri="{FF2B5EF4-FFF2-40B4-BE49-F238E27FC236}">
                <a16:creationId xmlns:a16="http://schemas.microsoft.com/office/drawing/2014/main" id="{4AE06E15-83CE-6BB5-BB5E-CDF75111ACD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89C731A-4929-640A-F8C5-C8BDD7CC8CB5}"/>
              </a:ext>
            </a:extLst>
          </p:cNvPr>
          <p:cNvSpPr>
            <a:spLocks noGrp="1"/>
          </p:cNvSpPr>
          <p:nvPr>
            <p:ph type="sldNum" sz="quarter" idx="12"/>
          </p:nvPr>
        </p:nvSpPr>
        <p:spPr/>
        <p:txBody>
          <a:bodyPr/>
          <a:lstStyle/>
          <a:p>
            <a:fld id="{91763379-5E5E-4EFE-B35C-BD94B12ED01F}" type="slidenum">
              <a:rPr lang="en-IN" smtClean="0"/>
              <a:t>‹#›</a:t>
            </a:fld>
            <a:endParaRPr lang="en-IN"/>
          </a:p>
        </p:txBody>
      </p:sp>
    </p:spTree>
    <p:extLst>
      <p:ext uri="{BB962C8B-B14F-4D97-AF65-F5344CB8AC3E}">
        <p14:creationId xmlns:p14="http://schemas.microsoft.com/office/powerpoint/2010/main" val="375638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A2BA57-9159-FDC4-57AB-1295BADB5351}"/>
              </a:ext>
            </a:extLst>
          </p:cNvPr>
          <p:cNvSpPr>
            <a:spLocks noGrp="1"/>
          </p:cNvSpPr>
          <p:nvPr>
            <p:ph type="dt" sz="half" idx="10"/>
          </p:nvPr>
        </p:nvSpPr>
        <p:spPr/>
        <p:txBody>
          <a:bodyPr/>
          <a:lstStyle/>
          <a:p>
            <a:fld id="{63950C77-6BBF-481F-8475-A73D93767B79}" type="datetimeFigureOut">
              <a:rPr lang="en-IN" smtClean="0"/>
              <a:t>05-09-2026</a:t>
            </a:fld>
            <a:endParaRPr lang="en-IN"/>
          </a:p>
        </p:txBody>
      </p:sp>
      <p:sp>
        <p:nvSpPr>
          <p:cNvPr id="3" name="Footer Placeholder 2">
            <a:extLst>
              <a:ext uri="{FF2B5EF4-FFF2-40B4-BE49-F238E27FC236}">
                <a16:creationId xmlns:a16="http://schemas.microsoft.com/office/drawing/2014/main" id="{717F1486-1AF6-9B72-4243-955EEDCEEC5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48C081A-8ADB-03E5-8CCF-7E29D37E2F39}"/>
              </a:ext>
            </a:extLst>
          </p:cNvPr>
          <p:cNvSpPr>
            <a:spLocks noGrp="1"/>
          </p:cNvSpPr>
          <p:nvPr>
            <p:ph type="sldNum" sz="quarter" idx="12"/>
          </p:nvPr>
        </p:nvSpPr>
        <p:spPr/>
        <p:txBody>
          <a:bodyPr/>
          <a:lstStyle/>
          <a:p>
            <a:fld id="{91763379-5E5E-4EFE-B35C-BD94B12ED01F}" type="slidenum">
              <a:rPr lang="en-IN" smtClean="0"/>
              <a:t>‹#›</a:t>
            </a:fld>
            <a:endParaRPr lang="en-IN"/>
          </a:p>
        </p:txBody>
      </p:sp>
    </p:spTree>
    <p:extLst>
      <p:ext uri="{BB962C8B-B14F-4D97-AF65-F5344CB8AC3E}">
        <p14:creationId xmlns:p14="http://schemas.microsoft.com/office/powerpoint/2010/main" val="1778607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7737D-1AED-3B58-BCC7-3D0037FEE1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96A69AB-22D3-96CB-DF0B-AF57C0436C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58D8E90-36E6-B764-6AD3-B3BE87E352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202F8A-FFC8-84B4-CE69-637C07822E56}"/>
              </a:ext>
            </a:extLst>
          </p:cNvPr>
          <p:cNvSpPr>
            <a:spLocks noGrp="1"/>
          </p:cNvSpPr>
          <p:nvPr>
            <p:ph type="dt" sz="half" idx="10"/>
          </p:nvPr>
        </p:nvSpPr>
        <p:spPr/>
        <p:txBody>
          <a:bodyPr/>
          <a:lstStyle/>
          <a:p>
            <a:fld id="{63950C77-6BBF-481F-8475-A73D93767B79}" type="datetimeFigureOut">
              <a:rPr lang="en-IN" smtClean="0"/>
              <a:t>05-09-2026</a:t>
            </a:fld>
            <a:endParaRPr lang="en-IN"/>
          </a:p>
        </p:txBody>
      </p:sp>
      <p:sp>
        <p:nvSpPr>
          <p:cNvPr id="6" name="Footer Placeholder 5">
            <a:extLst>
              <a:ext uri="{FF2B5EF4-FFF2-40B4-BE49-F238E27FC236}">
                <a16:creationId xmlns:a16="http://schemas.microsoft.com/office/drawing/2014/main" id="{5153DCBD-F81F-A789-36BC-ABDD8261D1F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4081FB-95CB-4E1F-A83E-DD4214DD5FBD}"/>
              </a:ext>
            </a:extLst>
          </p:cNvPr>
          <p:cNvSpPr>
            <a:spLocks noGrp="1"/>
          </p:cNvSpPr>
          <p:nvPr>
            <p:ph type="sldNum" sz="quarter" idx="12"/>
          </p:nvPr>
        </p:nvSpPr>
        <p:spPr/>
        <p:txBody>
          <a:bodyPr/>
          <a:lstStyle/>
          <a:p>
            <a:fld id="{91763379-5E5E-4EFE-B35C-BD94B12ED01F}" type="slidenum">
              <a:rPr lang="en-IN" smtClean="0"/>
              <a:t>‹#›</a:t>
            </a:fld>
            <a:endParaRPr lang="en-IN"/>
          </a:p>
        </p:txBody>
      </p:sp>
    </p:spTree>
    <p:extLst>
      <p:ext uri="{BB962C8B-B14F-4D97-AF65-F5344CB8AC3E}">
        <p14:creationId xmlns:p14="http://schemas.microsoft.com/office/powerpoint/2010/main" val="3991393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C149-96ED-81B8-F7B1-D751BDA9C4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E75BF1A-1906-2554-FD11-E2BFF5C96B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0FB4392-0A7C-43E5-E314-AACA224C10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F8DCBA-5C41-E07F-F5C2-37846ABF5FB1}"/>
              </a:ext>
            </a:extLst>
          </p:cNvPr>
          <p:cNvSpPr>
            <a:spLocks noGrp="1"/>
          </p:cNvSpPr>
          <p:nvPr>
            <p:ph type="dt" sz="half" idx="10"/>
          </p:nvPr>
        </p:nvSpPr>
        <p:spPr/>
        <p:txBody>
          <a:bodyPr/>
          <a:lstStyle/>
          <a:p>
            <a:fld id="{63950C77-6BBF-481F-8475-A73D93767B79}" type="datetimeFigureOut">
              <a:rPr lang="en-IN" smtClean="0"/>
              <a:t>05-09-2026</a:t>
            </a:fld>
            <a:endParaRPr lang="en-IN"/>
          </a:p>
        </p:txBody>
      </p:sp>
      <p:sp>
        <p:nvSpPr>
          <p:cNvPr id="6" name="Footer Placeholder 5">
            <a:extLst>
              <a:ext uri="{FF2B5EF4-FFF2-40B4-BE49-F238E27FC236}">
                <a16:creationId xmlns:a16="http://schemas.microsoft.com/office/drawing/2014/main" id="{A386122F-FD45-FF7E-AAFA-155F1F6E5C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F8639B-E545-A1E7-E01E-B005D5DD66EF}"/>
              </a:ext>
            </a:extLst>
          </p:cNvPr>
          <p:cNvSpPr>
            <a:spLocks noGrp="1"/>
          </p:cNvSpPr>
          <p:nvPr>
            <p:ph type="sldNum" sz="quarter" idx="12"/>
          </p:nvPr>
        </p:nvSpPr>
        <p:spPr/>
        <p:txBody>
          <a:bodyPr/>
          <a:lstStyle/>
          <a:p>
            <a:fld id="{91763379-5E5E-4EFE-B35C-BD94B12ED01F}" type="slidenum">
              <a:rPr lang="en-IN" smtClean="0"/>
              <a:t>‹#›</a:t>
            </a:fld>
            <a:endParaRPr lang="en-IN"/>
          </a:p>
        </p:txBody>
      </p:sp>
    </p:spTree>
    <p:extLst>
      <p:ext uri="{BB962C8B-B14F-4D97-AF65-F5344CB8AC3E}">
        <p14:creationId xmlns:p14="http://schemas.microsoft.com/office/powerpoint/2010/main" val="448520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B8CCA-1395-FA89-A14D-744684BCDE0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5E690C-7106-1341-832B-105BC775CE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298506-15DD-5B8E-8603-DC849DB99195}"/>
              </a:ext>
            </a:extLst>
          </p:cNvPr>
          <p:cNvSpPr>
            <a:spLocks noGrp="1"/>
          </p:cNvSpPr>
          <p:nvPr>
            <p:ph type="dt" sz="half" idx="10"/>
          </p:nvPr>
        </p:nvSpPr>
        <p:spPr/>
        <p:txBody>
          <a:bodyPr/>
          <a:lstStyle/>
          <a:p>
            <a:fld id="{63950C77-6BBF-481F-8475-A73D93767B79}" type="datetimeFigureOut">
              <a:rPr lang="en-IN" smtClean="0"/>
              <a:t>05-09-2026</a:t>
            </a:fld>
            <a:endParaRPr lang="en-IN"/>
          </a:p>
        </p:txBody>
      </p:sp>
      <p:sp>
        <p:nvSpPr>
          <p:cNvPr id="5" name="Footer Placeholder 4">
            <a:extLst>
              <a:ext uri="{FF2B5EF4-FFF2-40B4-BE49-F238E27FC236}">
                <a16:creationId xmlns:a16="http://schemas.microsoft.com/office/drawing/2014/main" id="{E941F840-1941-741C-359D-CB86910EAF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D6E808-C6E1-3A3A-010F-A988343FE23B}"/>
              </a:ext>
            </a:extLst>
          </p:cNvPr>
          <p:cNvSpPr>
            <a:spLocks noGrp="1"/>
          </p:cNvSpPr>
          <p:nvPr>
            <p:ph type="sldNum" sz="quarter" idx="12"/>
          </p:nvPr>
        </p:nvSpPr>
        <p:spPr/>
        <p:txBody>
          <a:bodyPr/>
          <a:lstStyle/>
          <a:p>
            <a:fld id="{91763379-5E5E-4EFE-B35C-BD94B12ED01F}" type="slidenum">
              <a:rPr lang="en-IN" smtClean="0"/>
              <a:t>‹#›</a:t>
            </a:fld>
            <a:endParaRPr lang="en-IN"/>
          </a:p>
        </p:txBody>
      </p:sp>
    </p:spTree>
    <p:extLst>
      <p:ext uri="{BB962C8B-B14F-4D97-AF65-F5344CB8AC3E}">
        <p14:creationId xmlns:p14="http://schemas.microsoft.com/office/powerpoint/2010/main" val="336361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E3C1E8-3F51-D7A9-1BD3-E3A54E32ABB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674650D-3F5D-3F1F-B063-AC203F1559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7B2373-0F99-874A-509A-81D4F0835991}"/>
              </a:ext>
            </a:extLst>
          </p:cNvPr>
          <p:cNvSpPr>
            <a:spLocks noGrp="1"/>
          </p:cNvSpPr>
          <p:nvPr>
            <p:ph type="dt" sz="half" idx="10"/>
          </p:nvPr>
        </p:nvSpPr>
        <p:spPr/>
        <p:txBody>
          <a:bodyPr/>
          <a:lstStyle/>
          <a:p>
            <a:fld id="{63950C77-6BBF-481F-8475-A73D93767B79}" type="datetimeFigureOut">
              <a:rPr lang="en-IN" smtClean="0"/>
              <a:t>05-09-2026</a:t>
            </a:fld>
            <a:endParaRPr lang="en-IN"/>
          </a:p>
        </p:txBody>
      </p:sp>
      <p:sp>
        <p:nvSpPr>
          <p:cNvPr id="5" name="Footer Placeholder 4">
            <a:extLst>
              <a:ext uri="{FF2B5EF4-FFF2-40B4-BE49-F238E27FC236}">
                <a16:creationId xmlns:a16="http://schemas.microsoft.com/office/drawing/2014/main" id="{69DD3ABA-7F90-B10E-F434-65C7FF7D82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C32A2B-C4C7-1189-E3FA-66E9E34CA20D}"/>
              </a:ext>
            </a:extLst>
          </p:cNvPr>
          <p:cNvSpPr>
            <a:spLocks noGrp="1"/>
          </p:cNvSpPr>
          <p:nvPr>
            <p:ph type="sldNum" sz="quarter" idx="12"/>
          </p:nvPr>
        </p:nvSpPr>
        <p:spPr/>
        <p:txBody>
          <a:bodyPr/>
          <a:lstStyle/>
          <a:p>
            <a:fld id="{91763379-5E5E-4EFE-B35C-BD94B12ED01F}" type="slidenum">
              <a:rPr lang="en-IN" smtClean="0"/>
              <a:t>‹#›</a:t>
            </a:fld>
            <a:endParaRPr lang="en-IN"/>
          </a:p>
        </p:txBody>
      </p:sp>
    </p:spTree>
    <p:extLst>
      <p:ext uri="{BB962C8B-B14F-4D97-AF65-F5344CB8AC3E}">
        <p14:creationId xmlns:p14="http://schemas.microsoft.com/office/powerpoint/2010/main" val="507325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63950C77-6BBF-481F-8475-A73D93767B79}" type="datetimeFigureOut">
              <a:rPr lang="en-IN" smtClean="0"/>
              <a:t>05-09-2026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1763379-5E5E-4EFE-B35C-BD94B12ED01F}" type="slidenum">
              <a:rPr lang="en-IN" smtClean="0"/>
              <a:t>‹#›</a:t>
            </a:fld>
            <a:endParaRPr lang="en-IN"/>
          </a:p>
        </p:txBody>
      </p:sp>
    </p:spTree>
    <p:extLst>
      <p:ext uri="{BB962C8B-B14F-4D97-AF65-F5344CB8AC3E}">
        <p14:creationId xmlns:p14="http://schemas.microsoft.com/office/powerpoint/2010/main" val="40449769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63950C77-6BBF-481F-8475-A73D93767B79}" type="datetimeFigureOut">
              <a:rPr lang="en-IN" smtClean="0"/>
              <a:t>05-09-2026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1763379-5E5E-4EFE-B35C-BD94B12ED01F}" type="slidenum">
              <a:rPr lang="en-IN" smtClean="0"/>
              <a:t>‹#›</a:t>
            </a:fld>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00676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63950C77-6BBF-481F-8475-A73D93767B79}" type="datetimeFigureOut">
              <a:rPr lang="en-IN" smtClean="0"/>
              <a:t>05-09-2026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91763379-5E5E-4EFE-B35C-BD94B12ED01F}" type="slidenum">
              <a:rPr lang="en-IN" smtClean="0"/>
              <a:t>‹#›</a:t>
            </a:fld>
            <a:endParaRPr lang="en-IN"/>
          </a:p>
        </p:txBody>
      </p:sp>
    </p:spTree>
    <p:extLst>
      <p:ext uri="{BB962C8B-B14F-4D97-AF65-F5344CB8AC3E}">
        <p14:creationId xmlns:p14="http://schemas.microsoft.com/office/powerpoint/2010/main" val="7207295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endParaRPr lang="en-IN"/>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63950C77-6BBF-481F-8475-A73D93767B79}" type="datetimeFigureOut">
              <a:rPr lang="en-IN" smtClean="0"/>
              <a:t>05-09-2026</a:t>
            </a:fld>
            <a:endParaRPr lang="en-IN"/>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91763379-5E5E-4EFE-B35C-BD94B12ED01F}" type="slidenum">
              <a:rPr lang="en-IN" smtClean="0"/>
              <a:t>‹#›</a:t>
            </a:fld>
            <a:endParaRPr lang="en-IN"/>
          </a:p>
        </p:txBody>
      </p:sp>
    </p:spTree>
    <p:extLst>
      <p:ext uri="{BB962C8B-B14F-4D97-AF65-F5344CB8AC3E}">
        <p14:creationId xmlns:p14="http://schemas.microsoft.com/office/powerpoint/2010/main" val="2758822132"/>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dirty="0"/>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63950C77-6BBF-481F-8475-A73D93767B79}" type="datetimeFigureOut">
              <a:rPr lang="en-IN" smtClean="0"/>
              <a:t>05-09-2026</a:t>
            </a:fld>
            <a:endParaRPr lang="en-IN"/>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91763379-5E5E-4EFE-B35C-BD94B12ED01F}" type="slidenum">
              <a:rPr lang="en-IN" smtClean="0"/>
              <a:t>‹#›</a:t>
            </a:fld>
            <a:endParaRPr lang="en-IN"/>
          </a:p>
        </p:txBody>
      </p:sp>
    </p:spTree>
    <p:extLst>
      <p:ext uri="{BB962C8B-B14F-4D97-AF65-F5344CB8AC3E}">
        <p14:creationId xmlns:p14="http://schemas.microsoft.com/office/powerpoint/2010/main" val="7022633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63950C77-6BBF-481F-8475-A73D93767B79}" type="datetimeFigureOut">
              <a:rPr lang="en-IN" smtClean="0"/>
              <a:t>05-09-2026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91763379-5E5E-4EFE-B35C-BD94B12ED01F}"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34954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63950C77-6BBF-481F-8475-A73D93767B79}" type="datetimeFigureOut">
              <a:rPr lang="en-IN" smtClean="0"/>
              <a:t>05-09-2026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91763379-5E5E-4EFE-B35C-BD94B12ED01F}"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Tree>
    <p:extLst>
      <p:ext uri="{BB962C8B-B14F-4D97-AF65-F5344CB8AC3E}">
        <p14:creationId xmlns:p14="http://schemas.microsoft.com/office/powerpoint/2010/main" val="40635911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63950C77-6BBF-481F-8475-A73D93767B79}" type="datetimeFigureOut">
              <a:rPr lang="en-IN" smtClean="0"/>
              <a:t>05-09-2026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91763379-5E5E-4EFE-B35C-BD94B12ED01F}" type="slidenum">
              <a:rPr lang="en-IN" smtClean="0"/>
              <a:t>‹#›</a:t>
            </a:fld>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778426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3">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63950C77-6BBF-481F-8475-A73D93767B79}" type="datetimeFigureOut">
              <a:rPr lang="en-IN" smtClean="0"/>
              <a:t>05-09-2026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91763379-5E5E-4EFE-B35C-BD94B12ED01F}" type="slidenum">
              <a:rPr lang="en-IN" smtClean="0"/>
              <a:t>‹#›</a:t>
            </a:fld>
            <a:endParaRPr lang="en-IN"/>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137582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63950C77-6BBF-481F-8475-A73D93767B79}" type="datetimeFigureOut">
              <a:rPr lang="en-IN" smtClean="0"/>
              <a:t>05-09-2026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91763379-5E5E-4EFE-B35C-BD94B12ED01F}" type="slidenum">
              <a:rPr lang="en-IN" smtClean="0"/>
              <a:t>‹#›</a:t>
            </a:fld>
            <a:endParaRPr lang="en-IN"/>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75503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63950C77-6BBF-481F-8475-A73D93767B79}" type="datetimeFigureOut">
              <a:rPr lang="en-IN" smtClean="0"/>
              <a:t>05-09-2026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91763379-5E5E-4EFE-B35C-BD94B12ED01F}"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4649221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endParaRPr lang="en-IN"/>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63950C77-6BBF-481F-8475-A73D93767B79}" type="datetimeFigureOut">
              <a:rPr lang="en-IN" smtClean="0"/>
              <a:t>05-09-2026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91763379-5E5E-4EFE-B35C-BD94B12ED01F}" type="slidenum">
              <a:rPr lang="en-IN" smtClean="0"/>
              <a:t>‹#›</a:t>
            </a:fld>
            <a:endParaRPr lang="en-IN"/>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226595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63950C77-6BBF-481F-8475-A73D93767B79}" type="datetimeFigureOut">
              <a:rPr lang="en-IN" smtClean="0"/>
              <a:t>05-09-2026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91763379-5E5E-4EFE-B35C-BD94B12ED01F}" type="slidenum">
              <a:rPr lang="en-IN" smtClean="0"/>
              <a:t>‹#›</a:t>
            </a:fld>
            <a:endParaRPr lang="en-IN"/>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299111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63950C77-6BBF-481F-8475-A73D93767B79}" type="datetimeFigureOut">
              <a:rPr lang="en-IN" smtClean="0"/>
              <a:t>05-09-2026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91763379-5E5E-4EFE-B35C-BD94B12ED01F}"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185664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63950C77-6BBF-481F-8475-A73D93767B79}" type="datetimeFigureOut">
              <a:rPr lang="en-IN" smtClean="0"/>
              <a:t>05-09-2026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91763379-5E5E-4EFE-B35C-BD94B12ED01F}"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200598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63950C77-6BBF-481F-8475-A73D93767B79}" type="datetimeFigureOut">
              <a:rPr lang="en-IN" smtClean="0"/>
              <a:t>05-09-2026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91763379-5E5E-4EFE-B35C-BD94B12ED01F}" type="slidenum">
              <a:rPr lang="en-IN" smtClean="0"/>
              <a:t>‹#›</a:t>
            </a:fld>
            <a:endParaRPr lang="en-IN"/>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9413860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63950C77-6BBF-481F-8475-A73D93767B79}" type="datetimeFigureOut">
              <a:rPr lang="en-IN" smtClean="0"/>
              <a:t>05-09-2026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91763379-5E5E-4EFE-B35C-BD94B12ED01F}" type="slidenum">
              <a:rPr lang="en-IN" smtClean="0"/>
              <a:t>‹#›</a:t>
            </a:fld>
            <a:endParaRPr lang="en-IN"/>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802595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63950C77-6BBF-481F-8475-A73D93767B79}" type="datetimeFigureOut">
              <a:rPr lang="en-IN" smtClean="0"/>
              <a:t>05-09-2026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91763379-5E5E-4EFE-B35C-BD94B12ED01F}" type="slidenum">
              <a:rPr lang="en-IN" smtClean="0"/>
              <a:t>‹#›</a:t>
            </a:fld>
            <a:endParaRPr lang="en-IN"/>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221835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63950C77-6BBF-481F-8475-A73D93767B79}" type="datetimeFigureOut">
              <a:rPr lang="en-IN" smtClean="0"/>
              <a:t>05-09-2026</a:t>
            </a:fld>
            <a:endParaRPr lang="en-IN"/>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91763379-5E5E-4EFE-B35C-BD94B12ED01F}" type="slidenum">
              <a:rPr lang="en-IN" smtClean="0"/>
              <a:t>‹#›</a:t>
            </a:fld>
            <a:endParaRPr lang="en-IN"/>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dirty="0"/>
              <a:t>XX%</a:t>
            </a:r>
          </a:p>
        </p:txBody>
      </p:sp>
    </p:spTree>
    <p:extLst>
      <p:ext uri="{BB962C8B-B14F-4D97-AF65-F5344CB8AC3E}">
        <p14:creationId xmlns:p14="http://schemas.microsoft.com/office/powerpoint/2010/main" val="1267291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63950C77-6BBF-481F-8475-A73D93767B79}" type="datetimeFigureOut">
              <a:rPr lang="en-IN" smtClean="0"/>
              <a:t>05-09-2026</a:t>
            </a:fld>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91763379-5E5E-4EFE-B35C-BD94B12ED01F}" type="slidenum">
              <a:rPr lang="en-IN" smtClean="0"/>
              <a:t>‹#›</a:t>
            </a:fld>
            <a:endParaRPr lang="en-IN"/>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983161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3950C77-6BBF-481F-8475-A73D93767B79}" type="datetimeFigureOut">
              <a:rPr lang="en-IN" smtClean="0"/>
              <a:t>05-09-2026</a:t>
            </a:fld>
            <a:endParaRPr lang="en-IN"/>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91763379-5E5E-4EFE-B35C-BD94B12ED01F}" type="slidenum">
              <a:rPr lang="en-IN" smtClean="0"/>
              <a:t>‹#›</a:t>
            </a:fld>
            <a:endParaRPr lang="en-IN"/>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105138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63950C77-6BBF-481F-8475-A73D93767B79}" type="datetimeFigureOut">
              <a:rPr lang="en-IN" smtClean="0"/>
              <a:t>05-09-2026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91763379-5E5E-4EFE-B35C-BD94B12ED01F}" type="slidenum">
              <a:rPr lang="en-IN" smtClean="0"/>
              <a:t>‹#›</a:t>
            </a:fld>
            <a:endParaRPr lang="en-IN"/>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263073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63950C77-6BBF-481F-8475-A73D93767B79}" type="datetimeFigureOut">
              <a:rPr lang="en-IN" smtClean="0"/>
              <a:t>05-09-2026</a:t>
            </a:fld>
            <a:endParaRPr lang="en-IN"/>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91763379-5E5E-4EFE-B35C-BD94B12ED01F}" type="slidenum">
              <a:rPr lang="en-IN" smtClean="0"/>
              <a:t>‹#›</a:t>
            </a:fld>
            <a:endParaRPr lang="en-IN"/>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804961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63950C77-6BBF-481F-8475-A73D93767B79}" type="datetimeFigureOut">
              <a:rPr lang="en-IN" smtClean="0"/>
              <a:t>05-09-2026</a:t>
            </a:fld>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91763379-5E5E-4EFE-B35C-BD94B12ED01F}" type="slidenum">
              <a:rPr lang="en-IN" smtClean="0"/>
              <a:t>‹#›</a:t>
            </a:fld>
            <a:endParaRPr lang="en-IN"/>
          </a:p>
        </p:txBody>
      </p:sp>
    </p:spTree>
    <p:extLst>
      <p:ext uri="{BB962C8B-B14F-4D97-AF65-F5344CB8AC3E}">
        <p14:creationId xmlns:p14="http://schemas.microsoft.com/office/powerpoint/2010/main" val="188777737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IN"/>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63950C77-6BBF-481F-8475-A73D93767B79}" type="datetimeFigureOut">
              <a:rPr lang="en-IN" smtClean="0"/>
              <a:t>05-09-2026</a:t>
            </a:fld>
            <a:endParaRPr lang="en-IN"/>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91763379-5E5E-4EFE-B35C-BD94B12ED01F}" type="slidenum">
              <a:rPr lang="en-IN" smtClean="0"/>
              <a:t>‹#›</a:t>
            </a:fld>
            <a:endParaRPr lang="en-IN"/>
          </a:p>
        </p:txBody>
      </p:sp>
    </p:spTree>
    <p:extLst>
      <p:ext uri="{BB962C8B-B14F-4D97-AF65-F5344CB8AC3E}">
        <p14:creationId xmlns:p14="http://schemas.microsoft.com/office/powerpoint/2010/main" val="330513735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63950C77-6BBF-481F-8475-A73D93767B79}" type="datetimeFigureOut">
              <a:rPr lang="en-IN" smtClean="0"/>
              <a:t>05-09-2026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1763379-5E5E-4EFE-B35C-BD94B12ED01F}" type="slidenum">
              <a:rPr lang="en-IN" smtClean="0"/>
              <a:t>‹#›</a:t>
            </a:fld>
            <a:endParaRPr lang="en-IN"/>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36797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63950C77-6BBF-481F-8475-A73D93767B79}" type="datetimeFigureOut">
              <a:rPr lang="en-IN" smtClean="0"/>
              <a:t>05-09-2026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1763379-5E5E-4EFE-B35C-BD94B12ED01F}" type="slidenum">
              <a:rPr lang="en-IN" smtClean="0"/>
              <a:t>‹#›</a:t>
            </a:fld>
            <a:endParaRPr lang="en-IN"/>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30966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dkUpDiag">
          <a:fgClr>
            <a:schemeClr val="bg1">
              <a:lumMod val="85000"/>
            </a:schemeClr>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AA5C7F-AE15-3BEE-DAC8-CE6A57C619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5B2ED4-A7CC-7D15-A501-2E07C66D5D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58BF15-0CEA-5C75-30A8-9F02A876C6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950C77-6BBF-481F-8475-A73D93767B79}" type="datetimeFigureOut">
              <a:rPr lang="en-IN" smtClean="0"/>
              <a:t>05-09-2026</a:t>
            </a:fld>
            <a:endParaRPr lang="en-IN"/>
          </a:p>
        </p:txBody>
      </p:sp>
      <p:sp>
        <p:nvSpPr>
          <p:cNvPr id="5" name="Footer Placeholder 4">
            <a:extLst>
              <a:ext uri="{FF2B5EF4-FFF2-40B4-BE49-F238E27FC236}">
                <a16:creationId xmlns:a16="http://schemas.microsoft.com/office/drawing/2014/main" id="{2571C764-F909-ED93-D947-97A391F169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DF827D-8AFB-50B0-5B53-57DDC7EB0F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763379-5E5E-4EFE-B35C-BD94B12ED01F}" type="slidenum">
              <a:rPr lang="en-IN" smtClean="0"/>
              <a:t>‹#›</a:t>
            </a:fld>
            <a:endParaRPr lang="en-IN"/>
          </a:p>
        </p:txBody>
      </p:sp>
    </p:spTree>
    <p:extLst>
      <p:ext uri="{BB962C8B-B14F-4D97-AF65-F5344CB8AC3E}">
        <p14:creationId xmlns:p14="http://schemas.microsoft.com/office/powerpoint/2010/main" val="3259539961"/>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endParaRPr lang="en-IN"/>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63950C77-6BBF-481F-8475-A73D93767B79}" type="datetimeFigureOut">
              <a:rPr lang="en-IN" smtClean="0"/>
              <a:t>05-09-2026</a:t>
            </a:fld>
            <a:endParaRPr lang="en-IN"/>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91763379-5E5E-4EFE-B35C-BD94B12ED01F}" type="slidenum">
              <a:rPr lang="en-IN" smtClean="0"/>
              <a:t>‹#›</a:t>
            </a:fld>
            <a:endParaRPr lang="en-IN"/>
          </a:p>
        </p:txBody>
      </p:sp>
    </p:spTree>
    <p:extLst>
      <p:ext uri="{BB962C8B-B14F-4D97-AF65-F5344CB8AC3E}">
        <p14:creationId xmlns:p14="http://schemas.microsoft.com/office/powerpoint/2010/main" val="647508775"/>
      </p:ext>
    </p:extLst>
  </p:cSld>
  <p:clrMap bg1="dk1" tx1="lt1" bg2="dk2" tx2="lt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3" r:id="rId10"/>
    <p:sldLayoutId id="2147483904" r:id="rId11"/>
    <p:sldLayoutId id="2147483905" r:id="rId12"/>
    <p:sldLayoutId id="2147483906" r:id="rId13"/>
    <p:sldLayoutId id="2147483907" r:id="rId14"/>
    <p:sldLayoutId id="2147483908" r:id="rId15"/>
    <p:sldLayoutId id="2147483909" r:id="rId16"/>
    <p:sldLayoutId id="2147483910" r:id="rId17"/>
    <p:sldLayoutId id="2147483911" r:id="rId18"/>
    <p:sldLayoutId id="2147483912" r:id="rId19"/>
    <p:sldLayoutId id="2147483913" r:id="rId20"/>
    <p:sldLayoutId id="2147483914" r:id="rId21"/>
    <p:sldLayoutId id="2147483915" r:id="rId22"/>
    <p:sldLayoutId id="2147483916" r:id="rId23"/>
    <p:sldLayoutId id="2147483917" r:id="rId24"/>
    <p:sldLayoutId id="2147483918" r:id="rId25"/>
    <p:sldLayoutId id="2147483919" r:id="rId26"/>
    <p:sldLayoutId id="2147483920" r:id="rId27"/>
  </p:sldLayoutIdLst>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p15:clr>
            <a:srgbClr val="F26B43"/>
          </p15:clr>
        </p15:guide>
        <p15:guide id="4" orient="horz" pos="264">
          <p15:clr>
            <a:srgbClr val="F26B43"/>
          </p15:clr>
        </p15:guide>
        <p15:guide id="5" pos="7416">
          <p15:clr>
            <a:srgbClr val="F26B43"/>
          </p15:clr>
        </p15:guide>
        <p15:guide id="12" pos="4632">
          <p15:clr>
            <a:srgbClr val="F26B43"/>
          </p15:clr>
        </p15:guide>
        <p15:guide id="13" pos="5544">
          <p15:clr>
            <a:srgbClr val="F26B43"/>
          </p15:clr>
        </p15:guide>
        <p15:guide id="26" pos="2784">
          <p15:clr>
            <a:srgbClr val="F26B43"/>
          </p15:clr>
        </p15:guide>
        <p15:guide id="27" pos="3048">
          <p15:clr>
            <a:srgbClr val="F26B43"/>
          </p15:clr>
        </p15:guide>
        <p15:guide id="29" pos="3960">
          <p15:clr>
            <a:srgbClr val="F26B43"/>
          </p15:clr>
        </p15:guide>
        <p15:guide id="30" pos="1176">
          <p15:clr>
            <a:srgbClr val="F26B43"/>
          </p15:clr>
        </p15:guide>
        <p15:guide id="31" pos="912">
          <p15:clr>
            <a:srgbClr val="F26B43"/>
          </p15:clr>
        </p15:guide>
        <p15:guide id="32" pos="3696">
          <p15:clr>
            <a:srgbClr val="F26B43"/>
          </p15:clr>
        </p15:guide>
        <p15:guide id="33" pos="1848">
          <p15:clr>
            <a:srgbClr val="F26B43"/>
          </p15:clr>
        </p15:guide>
        <p15:guide id="34" pos="2112">
          <p15:clr>
            <a:srgbClr val="F26B43"/>
          </p15:clr>
        </p15:guide>
        <p15:guide id="36" pos="6528">
          <p15:clr>
            <a:srgbClr val="F26B43"/>
          </p15:clr>
        </p15:guide>
        <p15:guide id="37" pos="6744">
          <p15:clr>
            <a:srgbClr val="F26B43"/>
          </p15:clr>
        </p15:guide>
        <p15:guide id="42" orient="horz" pos="393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F3CD853-8315-069E-D604-C4F6AA7B5E72}"/>
              </a:ext>
            </a:extLst>
          </p:cNvPr>
          <p:cNvSpPr/>
          <p:nvPr/>
        </p:nvSpPr>
        <p:spPr>
          <a:xfrm>
            <a:off x="355600" y="237894"/>
            <a:ext cx="11247120" cy="2513145"/>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IN">
              <a:solidFill>
                <a:schemeClr val="tx1"/>
              </a:solidFill>
            </a:endParaRPr>
          </a:p>
        </p:txBody>
      </p:sp>
      <p:sp>
        <p:nvSpPr>
          <p:cNvPr id="11" name="TextBox 10">
            <a:extLst>
              <a:ext uri="{FF2B5EF4-FFF2-40B4-BE49-F238E27FC236}">
                <a16:creationId xmlns:a16="http://schemas.microsoft.com/office/drawing/2014/main" id="{0F292E11-5E44-C7D8-B001-B72975736B71}"/>
              </a:ext>
            </a:extLst>
          </p:cNvPr>
          <p:cNvSpPr txBox="1"/>
          <p:nvPr/>
        </p:nvSpPr>
        <p:spPr>
          <a:xfrm>
            <a:off x="3279860" y="3174692"/>
            <a:ext cx="5750724" cy="830997"/>
          </a:xfrm>
          <a:prstGeom prst="rect">
            <a:avLst/>
          </a:prstGeom>
          <a:noFill/>
        </p:spPr>
        <p:txBody>
          <a:bodyPr wrap="square" rtlCol="0">
            <a:spAutoFit/>
          </a:bodyPr>
          <a:lstStyle/>
          <a:p>
            <a:pPr algn="ctr">
              <a:tabLst>
                <a:tab pos="2865755" algn="ctr"/>
                <a:tab pos="5731510" algn="r"/>
              </a:tabLst>
            </a:pPr>
            <a:r>
              <a:rPr lang="en-US" sz="2400" b="1" dirty="0">
                <a:latin typeface="Times New Roman" panose="02020603050405020304" pitchFamily="18" charset="0"/>
                <a:cs typeface="Times New Roman" panose="02020603050405020304" pitchFamily="18" charset="0"/>
              </a:rPr>
              <a:t>INTERNSHIP PROJECT ON:-</a:t>
            </a:r>
          </a:p>
          <a:p>
            <a:pPr algn="ctr">
              <a:tabLst>
                <a:tab pos="2865755" algn="ctr"/>
                <a:tab pos="5731510" algn="r"/>
              </a:tabLst>
            </a:pPr>
            <a:r>
              <a:rPr lang="en-US" sz="2400" b="1" dirty="0">
                <a:latin typeface="Times New Roman" panose="02020603050405020304" pitchFamily="18" charset="0"/>
                <a:cs typeface="Times New Roman" panose="02020603050405020304" pitchFamily="18" charset="0"/>
              </a:rPr>
              <a:t>SOLAR PANEL CLEANING SYSTEM </a:t>
            </a:r>
          </a:p>
        </p:txBody>
      </p:sp>
      <p:sp>
        <p:nvSpPr>
          <p:cNvPr id="12" name="TextBox 11">
            <a:extLst>
              <a:ext uri="{FF2B5EF4-FFF2-40B4-BE49-F238E27FC236}">
                <a16:creationId xmlns:a16="http://schemas.microsoft.com/office/drawing/2014/main" id="{6DEAB491-F27C-1073-0A2C-103D890C88F4}"/>
              </a:ext>
            </a:extLst>
          </p:cNvPr>
          <p:cNvSpPr txBox="1"/>
          <p:nvPr/>
        </p:nvSpPr>
        <p:spPr>
          <a:xfrm>
            <a:off x="2927736" y="4066896"/>
            <a:ext cx="6102848"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P</a:t>
            </a:r>
            <a:r>
              <a:rPr lang="en-US" b="1" dirty="0">
                <a:latin typeface="Times New Roman" panose="02020603050405020304" pitchFamily="18" charset="0"/>
                <a:cs typeface="Times New Roman" panose="02020603050405020304" pitchFamily="18" charset="0"/>
              </a:rPr>
              <a:t>resented by</a:t>
            </a:r>
            <a:r>
              <a:rPr lang="en-US" sz="1800" b="1" dirty="0">
                <a:latin typeface="Times New Roman" panose="02020603050405020304" pitchFamily="18" charset="0"/>
                <a:cs typeface="Times New Roman" panose="02020603050405020304" pitchFamily="18" charset="0"/>
              </a:rPr>
              <a:t>:</a:t>
            </a:r>
            <a:endParaRPr lang="en-IN"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0ABD20CE-EBCB-BFAA-72D9-06FE32C364DA}"/>
              </a:ext>
            </a:extLst>
          </p:cNvPr>
          <p:cNvSpPr txBox="1"/>
          <p:nvPr/>
        </p:nvSpPr>
        <p:spPr>
          <a:xfrm>
            <a:off x="7181736" y="4268063"/>
            <a:ext cx="3063477" cy="1477328"/>
          </a:xfrm>
          <a:prstGeom prst="rect">
            <a:avLst/>
          </a:prstGeom>
          <a:noFill/>
        </p:spPr>
        <p:txBody>
          <a:bodyPr wrap="square" numCol="2" rtlCol="0">
            <a:noAutofit/>
          </a:bodyPr>
          <a:lstStyle/>
          <a:p>
            <a:r>
              <a:rPr lang="en-IN" dirty="0">
                <a:latin typeface="Times New Roman" panose="02020603050405020304" pitchFamily="18" charset="0"/>
                <a:cs typeface="Times New Roman" panose="02020603050405020304" pitchFamily="18" charset="0"/>
              </a:rPr>
              <a:t>G14 AUTOCAD</a:t>
            </a:r>
          </a:p>
        </p:txBody>
      </p:sp>
      <p:sp>
        <p:nvSpPr>
          <p:cNvPr id="14" name="TextBox 13">
            <a:extLst>
              <a:ext uri="{FF2B5EF4-FFF2-40B4-BE49-F238E27FC236}">
                <a16:creationId xmlns:a16="http://schemas.microsoft.com/office/drawing/2014/main" id="{D6A6A3BD-8C4A-B69F-F506-D44C83C2B9F3}"/>
              </a:ext>
            </a:extLst>
          </p:cNvPr>
          <p:cNvSpPr txBox="1"/>
          <p:nvPr/>
        </p:nvSpPr>
        <p:spPr>
          <a:xfrm>
            <a:off x="3044576" y="4363160"/>
            <a:ext cx="2863789" cy="92333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V</a:t>
            </a:r>
            <a:r>
              <a:rPr lang="en-IN" dirty="0">
                <a:latin typeface="Times New Roman" panose="02020603050405020304" pitchFamily="18" charset="0"/>
                <a:cs typeface="Times New Roman" panose="02020603050405020304" pitchFamily="18" charset="0"/>
              </a:rPr>
              <a:t>INAYAK VIJAYMAHANTESH KUBAKADDI</a:t>
            </a:r>
          </a:p>
        </p:txBody>
      </p:sp>
      <p:sp>
        <p:nvSpPr>
          <p:cNvPr id="15" name="TextBox 14">
            <a:extLst>
              <a:ext uri="{FF2B5EF4-FFF2-40B4-BE49-F238E27FC236}">
                <a16:creationId xmlns:a16="http://schemas.microsoft.com/office/drawing/2014/main" id="{83B82662-462C-54F6-F8AE-F8DFEA841659}"/>
              </a:ext>
            </a:extLst>
          </p:cNvPr>
          <p:cNvSpPr txBox="1"/>
          <p:nvPr/>
        </p:nvSpPr>
        <p:spPr>
          <a:xfrm>
            <a:off x="3044576" y="5658587"/>
            <a:ext cx="6102848" cy="661720"/>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Under the Guidance of:</a:t>
            </a:r>
          </a:p>
          <a:p>
            <a:r>
              <a:rPr lang="en-IN" b="1" dirty="0"/>
              <a:t>                   </a:t>
            </a:r>
            <a:r>
              <a:rPr lang="en-IN" sz="1900" b="1" dirty="0">
                <a:latin typeface="Times New Roman" panose="02020603050405020304" pitchFamily="18" charset="0"/>
                <a:ea typeface="Verdana" panose="020B0604030504040204" pitchFamily="34" charset="0"/>
                <a:cs typeface="Times New Roman" panose="02020603050405020304" pitchFamily="18" charset="0"/>
              </a:rPr>
              <a:t>YALLASIRI SHANMUKH RAVITEJA</a:t>
            </a:r>
            <a:endParaRPr lang="en-IN" sz="1900"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43C157DB-99B8-BCAC-267A-660E9BDDF63F}"/>
              </a:ext>
            </a:extLst>
          </p:cNvPr>
          <p:cNvSpPr txBox="1"/>
          <p:nvPr/>
        </p:nvSpPr>
        <p:spPr>
          <a:xfrm>
            <a:off x="5045903" y="1492544"/>
            <a:ext cx="3974524" cy="461665"/>
          </a:xfrm>
          <a:prstGeom prst="rect">
            <a:avLst/>
          </a:prstGeom>
          <a:noFill/>
        </p:spPr>
        <p:txBody>
          <a:bodyPr wrap="square" rtlCol="0">
            <a:spAutoFit/>
          </a:bodyPr>
          <a:lstStyle/>
          <a:p>
            <a:pPr algn="ctr">
              <a:tabLst>
                <a:tab pos="2865755" algn="ctr"/>
                <a:tab pos="5731510" algn="r"/>
              </a:tabLst>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A UNIT OF SURE TRUST	</a:t>
            </a:r>
            <a:endPar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77D3A780-9009-2F09-4F48-6C064DC2F5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758" y="337787"/>
            <a:ext cx="2276818" cy="2287028"/>
          </a:xfrm>
          <a:prstGeom prst="rect">
            <a:avLst/>
          </a:prstGeom>
          <a:solidFill>
            <a:srgbClr val="FFFFFF">
              <a:shade val="85000"/>
            </a:srgbClr>
          </a:solidFill>
          <a:ln w="12700" cap="sq">
            <a:solidFill>
              <a:schemeClr val="bg2"/>
            </a:solidFill>
            <a:miter lim="800000"/>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7" name="TextBox 16">
            <a:extLst>
              <a:ext uri="{FF2B5EF4-FFF2-40B4-BE49-F238E27FC236}">
                <a16:creationId xmlns:a16="http://schemas.microsoft.com/office/drawing/2014/main" id="{B5A8B690-B364-59D7-38BD-21105643DBD2}"/>
              </a:ext>
            </a:extLst>
          </p:cNvPr>
          <p:cNvSpPr txBox="1"/>
          <p:nvPr/>
        </p:nvSpPr>
        <p:spPr>
          <a:xfrm>
            <a:off x="4570537" y="661547"/>
            <a:ext cx="4750449" cy="1292662"/>
          </a:xfrm>
          <a:prstGeom prst="rect">
            <a:avLst/>
          </a:prstGeom>
          <a:noFill/>
        </p:spPr>
        <p:txBody>
          <a:bodyPr wrap="square" rtlCol="0">
            <a:spAutoFit/>
          </a:bodyPr>
          <a:lstStyle/>
          <a:p>
            <a:r>
              <a:rPr lang="en-IN" sz="6000" b="1" dirty="0">
                <a:latin typeface="Times New Roman" panose="02020603050405020304" pitchFamily="18" charset="0"/>
                <a:cs typeface="Times New Roman" panose="02020603050405020304" pitchFamily="18" charset="0"/>
              </a:rPr>
              <a:t>SURE ProEd</a:t>
            </a:r>
          </a:p>
          <a:p>
            <a:endParaRPr lang="en-IN" dirty="0"/>
          </a:p>
        </p:txBody>
      </p:sp>
      <p:sp>
        <p:nvSpPr>
          <p:cNvPr id="2" name="TextBox 1">
            <a:extLst>
              <a:ext uri="{FF2B5EF4-FFF2-40B4-BE49-F238E27FC236}">
                <a16:creationId xmlns:a16="http://schemas.microsoft.com/office/drawing/2014/main" id="{ED3B6D83-450B-FA91-BB81-E451603A3568}"/>
              </a:ext>
            </a:extLst>
          </p:cNvPr>
          <p:cNvSpPr txBox="1"/>
          <p:nvPr/>
        </p:nvSpPr>
        <p:spPr>
          <a:xfrm>
            <a:off x="491613" y="3854244"/>
            <a:ext cx="165066" cy="339835"/>
          </a:xfrm>
          <a:prstGeom prst="rect">
            <a:avLst/>
          </a:prstGeom>
          <a:noFill/>
        </p:spPr>
        <p:txBody>
          <a:bodyPr wrap="square" rtlCol="0">
            <a:spAutoFit/>
          </a:bodyPr>
          <a:lstStyle/>
          <a:p>
            <a:endParaRPr lang="en-IN"/>
          </a:p>
        </p:txBody>
      </p:sp>
      <p:sp>
        <p:nvSpPr>
          <p:cNvPr id="5" name="TextBox 4">
            <a:extLst>
              <a:ext uri="{FF2B5EF4-FFF2-40B4-BE49-F238E27FC236}">
                <a16:creationId xmlns:a16="http://schemas.microsoft.com/office/drawing/2014/main" id="{C87F0AB1-7092-2EF6-4BAD-DFDB79897708}"/>
              </a:ext>
            </a:extLst>
          </p:cNvPr>
          <p:cNvSpPr txBox="1"/>
          <p:nvPr/>
        </p:nvSpPr>
        <p:spPr>
          <a:xfrm>
            <a:off x="3279860" y="1941797"/>
            <a:ext cx="8144382"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SKILL UPGRADATION FOR RURAL-YOUTH EMPOWERMENT – TRUST</a:t>
            </a:r>
          </a:p>
          <a:p>
            <a:endParaRPr lang="en-IN" dirty="0"/>
          </a:p>
        </p:txBody>
      </p:sp>
    </p:spTree>
    <p:extLst>
      <p:ext uri="{BB962C8B-B14F-4D97-AF65-F5344CB8AC3E}">
        <p14:creationId xmlns:p14="http://schemas.microsoft.com/office/powerpoint/2010/main" val="126821143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CB82F23-6A82-1031-45FD-CDA1CC0181E3}"/>
              </a:ext>
            </a:extLst>
          </p:cNvPr>
          <p:cNvSpPr/>
          <p:nvPr/>
        </p:nvSpPr>
        <p:spPr>
          <a:xfrm>
            <a:off x="169607" y="257526"/>
            <a:ext cx="8557834" cy="721360"/>
          </a:xfrm>
          <a:prstGeom prst="roundRect">
            <a:avLst/>
          </a:prstGeom>
          <a:ln/>
        </p:spPr>
        <p:style>
          <a:lnRef idx="0">
            <a:schemeClr val="dk1"/>
          </a:lnRef>
          <a:fillRef idx="3">
            <a:schemeClr val="dk1"/>
          </a:fillRef>
          <a:effectRef idx="3">
            <a:schemeClr val="dk1"/>
          </a:effectRef>
          <a:fontRef idx="minor">
            <a:schemeClr val="lt1"/>
          </a:fontRef>
        </p:style>
        <p:txBody>
          <a:bodyPr rtlCol="0" anchor="ctr"/>
          <a:lstStyle/>
          <a:p>
            <a:pPr algn="ctr"/>
            <a:endParaRPr lang="en-IN">
              <a:solidFill>
                <a:schemeClr val="tx1"/>
              </a:solidFill>
            </a:endParaRPr>
          </a:p>
        </p:txBody>
      </p:sp>
      <p:sp>
        <p:nvSpPr>
          <p:cNvPr id="2" name="Title 1">
            <a:extLst>
              <a:ext uri="{FF2B5EF4-FFF2-40B4-BE49-F238E27FC236}">
                <a16:creationId xmlns:a16="http://schemas.microsoft.com/office/drawing/2014/main" id="{6CEA9470-C2E4-836F-AC17-9F490E55ECE3}"/>
              </a:ext>
            </a:extLst>
          </p:cNvPr>
          <p:cNvSpPr>
            <a:spLocks noGrp="1"/>
          </p:cNvSpPr>
          <p:nvPr>
            <p:ph type="title"/>
          </p:nvPr>
        </p:nvSpPr>
        <p:spPr>
          <a:xfrm>
            <a:off x="169607" y="-67594"/>
            <a:ext cx="10515600" cy="1325563"/>
          </a:xfrm>
        </p:spPr>
        <p:txBody>
          <a:bodyPr>
            <a:normAutofit/>
          </a:bodyPr>
          <a:lstStyle/>
          <a:p>
            <a:r>
              <a:rPr lang="en-IN" sz="4000" b="1" dirty="0">
                <a:solidFill>
                  <a:schemeClr val="bg1"/>
                </a:solidFill>
                <a:latin typeface="Times New Roman" panose="02020603050405020304" pitchFamily="18" charset="0"/>
                <a:cs typeface="Times New Roman" panose="02020603050405020304" pitchFamily="18" charset="0"/>
              </a:rPr>
              <a:t>INTRODUCTION OF THE MODEL</a:t>
            </a:r>
          </a:p>
        </p:txBody>
      </p:sp>
      <p:sp>
        <p:nvSpPr>
          <p:cNvPr id="3" name="Content Placeholder 2">
            <a:extLst>
              <a:ext uri="{FF2B5EF4-FFF2-40B4-BE49-F238E27FC236}">
                <a16:creationId xmlns:a16="http://schemas.microsoft.com/office/drawing/2014/main" id="{D9F32B0C-9775-0C22-758E-62AD3651935A}"/>
              </a:ext>
            </a:extLst>
          </p:cNvPr>
          <p:cNvSpPr>
            <a:spLocks noGrp="1"/>
          </p:cNvSpPr>
          <p:nvPr>
            <p:ph idx="1"/>
          </p:nvPr>
        </p:nvSpPr>
        <p:spPr>
          <a:xfrm>
            <a:off x="169607" y="978886"/>
            <a:ext cx="9613490" cy="5754880"/>
          </a:xfrm>
        </p:spPr>
        <p:txBody>
          <a:bodyPr>
            <a:noAutofit/>
          </a:bodyPr>
          <a:lstStyle/>
          <a:p>
            <a:pPr>
              <a:lnSpc>
                <a:spcPct val="150000"/>
              </a:lnSpc>
            </a:pPr>
            <a:r>
              <a:rPr lang="en-US" sz="2100" dirty="0">
                <a:latin typeface="Times New Roman" panose="02020603050405020304" pitchFamily="18" charset="0"/>
                <a:cs typeface="Times New Roman" panose="02020603050405020304" pitchFamily="18" charset="0"/>
              </a:rPr>
              <a:t>Solar panels need to be clean to work efficiently and produce maximum electricity.</a:t>
            </a:r>
          </a:p>
          <a:p>
            <a:pPr>
              <a:lnSpc>
                <a:spcPct val="150000"/>
              </a:lnSpc>
            </a:pPr>
            <a:r>
              <a:rPr lang="en-US" sz="2100" dirty="0">
                <a:latin typeface="Times New Roman" panose="02020603050405020304" pitchFamily="18" charset="0"/>
                <a:cs typeface="Times New Roman" panose="02020603050405020304" pitchFamily="18" charset="0"/>
              </a:rPr>
              <a:t> Dust, dirt, bird droppings, and leaves reduce the power output of solar panels.</a:t>
            </a:r>
          </a:p>
          <a:p>
            <a:pPr>
              <a:lnSpc>
                <a:spcPct val="150000"/>
              </a:lnSpc>
            </a:pPr>
            <a:r>
              <a:rPr lang="en-US" sz="2100" dirty="0">
                <a:latin typeface="Times New Roman" panose="02020603050405020304" pitchFamily="18" charset="0"/>
                <a:cs typeface="Times New Roman" panose="02020603050405020304" pitchFamily="18" charset="0"/>
              </a:rPr>
              <a:t> Manual cleaning is time-consuming, costly, and not practical for large systems.</a:t>
            </a:r>
          </a:p>
          <a:p>
            <a:pPr>
              <a:lnSpc>
                <a:spcPct val="150000"/>
              </a:lnSpc>
            </a:pPr>
            <a:r>
              <a:rPr lang="en-US" sz="2100" dirty="0">
                <a:latin typeface="Times New Roman" panose="02020603050405020304" pitchFamily="18" charset="0"/>
                <a:cs typeface="Times New Roman" panose="02020603050405020304" pitchFamily="18" charset="0"/>
              </a:rPr>
              <a:t> An automatic cleaning system helps keep panels clean without human effort.</a:t>
            </a:r>
          </a:p>
          <a:p>
            <a:pPr>
              <a:lnSpc>
                <a:spcPct val="150000"/>
              </a:lnSpc>
            </a:pPr>
            <a:r>
              <a:rPr lang="en-US" sz="2100" dirty="0">
                <a:latin typeface="Times New Roman" panose="02020603050405020304" pitchFamily="18" charset="0"/>
                <a:cs typeface="Times New Roman" panose="02020603050405020304" pitchFamily="18" charset="0"/>
              </a:rPr>
              <a:t> This project uses a camera sensor to detect dirt on the solar panel.</a:t>
            </a:r>
          </a:p>
          <a:p>
            <a:pPr>
              <a:lnSpc>
                <a:spcPct val="150000"/>
              </a:lnSpc>
            </a:pPr>
            <a:r>
              <a:rPr lang="en-US" sz="2100" dirty="0">
                <a:latin typeface="Times New Roman" panose="02020603050405020304" pitchFamily="18" charset="0"/>
                <a:cs typeface="Times New Roman" panose="02020603050405020304" pitchFamily="18" charset="0"/>
              </a:rPr>
              <a:t> When the camera detects dirt, the system automatically starts cleaning (e.g., with a wiper or brush).</a:t>
            </a:r>
          </a:p>
          <a:p>
            <a:pPr>
              <a:lnSpc>
                <a:spcPct val="150000"/>
              </a:lnSpc>
            </a:pPr>
            <a:r>
              <a:rPr lang="en-US" sz="2100" dirty="0">
                <a:latin typeface="Times New Roman" panose="02020603050405020304" pitchFamily="18" charset="0"/>
                <a:cs typeface="Times New Roman" panose="02020603050405020304" pitchFamily="18" charset="0"/>
              </a:rPr>
              <a:t> It saves time, reduces labor cost, and improves solar panel performance.</a:t>
            </a:r>
          </a:p>
          <a:p>
            <a:pPr>
              <a:lnSpc>
                <a:spcPct val="150000"/>
              </a:lnSpc>
            </a:pPr>
            <a:r>
              <a:rPr lang="en-US" sz="2100" dirty="0">
                <a:latin typeface="Times New Roman" panose="02020603050405020304" pitchFamily="18" charset="0"/>
                <a:cs typeface="Times New Roman" panose="02020603050405020304" pitchFamily="18" charset="0"/>
              </a:rPr>
              <a:t>The system is smart, efficient, and suitable for homes, buildings, and solar farms.</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444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41062B71-E18E-6D68-1180-CF4B98C98F6A}"/>
              </a:ext>
            </a:extLst>
          </p:cNvPr>
          <p:cNvSpPr/>
          <p:nvPr/>
        </p:nvSpPr>
        <p:spPr>
          <a:xfrm>
            <a:off x="385916" y="210096"/>
            <a:ext cx="5710084" cy="639097"/>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IN">
              <a:solidFill>
                <a:schemeClr val="tx1"/>
              </a:solidFill>
            </a:endParaRPr>
          </a:p>
        </p:txBody>
      </p:sp>
      <p:sp>
        <p:nvSpPr>
          <p:cNvPr id="8" name="Title 1">
            <a:extLst>
              <a:ext uri="{FF2B5EF4-FFF2-40B4-BE49-F238E27FC236}">
                <a16:creationId xmlns:a16="http://schemas.microsoft.com/office/drawing/2014/main" id="{EA5620E2-EE41-340B-B402-1DFF9AF989E9}"/>
              </a:ext>
            </a:extLst>
          </p:cNvPr>
          <p:cNvSpPr>
            <a:spLocks noGrp="1"/>
          </p:cNvSpPr>
          <p:nvPr>
            <p:ph type="title"/>
          </p:nvPr>
        </p:nvSpPr>
        <p:spPr>
          <a:xfrm>
            <a:off x="385916" y="210096"/>
            <a:ext cx="5791686" cy="634185"/>
          </a:xfrm>
        </p:spPr>
        <p:txBody>
          <a:bodyPr>
            <a:noAutofit/>
          </a:bodyPr>
          <a:lstStyle/>
          <a:p>
            <a:r>
              <a:rPr lang="en-US" sz="4000" b="1" dirty="0">
                <a:solidFill>
                  <a:schemeClr val="bg1"/>
                </a:solidFill>
                <a:latin typeface="Times New Roman" panose="02020603050405020304" pitchFamily="18" charset="0"/>
                <a:cs typeface="Times New Roman" panose="02020603050405020304" pitchFamily="18" charset="0"/>
              </a:rPr>
              <a:t>LITERATURE REVIEW</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11" name="Content Placeholder 2">
            <a:extLst>
              <a:ext uri="{FF2B5EF4-FFF2-40B4-BE49-F238E27FC236}">
                <a16:creationId xmlns:a16="http://schemas.microsoft.com/office/drawing/2014/main" id="{4EACCD14-D768-5584-32B2-4A4BACEF96BB}"/>
              </a:ext>
            </a:extLst>
          </p:cNvPr>
          <p:cNvSpPr txBox="1">
            <a:spLocks/>
          </p:cNvSpPr>
          <p:nvPr/>
        </p:nvSpPr>
        <p:spPr>
          <a:xfrm>
            <a:off x="884026" y="1548883"/>
            <a:ext cx="10233800" cy="43283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endParaRPr lang="en-IN" sz="3600" dirty="0">
              <a:solidFill>
                <a:schemeClr val="tx1"/>
              </a:solidFill>
              <a:latin typeface="Times New Roman" panose="02020603050405020304" pitchFamily="18" charset="0"/>
              <a:cs typeface="Times New Roman" panose="02020603050405020304" pitchFamily="18" charset="0"/>
            </a:endParaRPr>
          </a:p>
          <a:p>
            <a:endParaRPr lang="en-IN"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1487B0E-CCC3-C60B-D2FA-95B8D347A354}"/>
              </a:ext>
            </a:extLst>
          </p:cNvPr>
          <p:cNvPicPr>
            <a:picLocks noChangeAspect="1"/>
          </p:cNvPicPr>
          <p:nvPr/>
        </p:nvPicPr>
        <p:blipFill>
          <a:blip r:embed="rId2"/>
          <a:stretch>
            <a:fillRect/>
          </a:stretch>
        </p:blipFill>
        <p:spPr>
          <a:xfrm>
            <a:off x="487194" y="1082423"/>
            <a:ext cx="11217612" cy="5261304"/>
          </a:xfrm>
          <a:prstGeom prst="rect">
            <a:avLst/>
          </a:prstGeom>
        </p:spPr>
      </p:pic>
    </p:spTree>
    <p:extLst>
      <p:ext uri="{BB962C8B-B14F-4D97-AF65-F5344CB8AC3E}">
        <p14:creationId xmlns:p14="http://schemas.microsoft.com/office/powerpoint/2010/main" val="1279607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760D065-9FE3-7DD4-0BA4-52E472D3EC5E}"/>
              </a:ext>
            </a:extLst>
          </p:cNvPr>
          <p:cNvSpPr/>
          <p:nvPr/>
        </p:nvSpPr>
        <p:spPr>
          <a:xfrm>
            <a:off x="276727" y="337803"/>
            <a:ext cx="6104408" cy="639097"/>
          </a:xfrm>
          <a:prstGeom prst="roundRect">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solidFill>
                <a:schemeClr val="tx1"/>
              </a:solidFill>
            </a:endParaRPr>
          </a:p>
        </p:txBody>
      </p:sp>
      <p:sp>
        <p:nvSpPr>
          <p:cNvPr id="2" name="Title 1">
            <a:extLst>
              <a:ext uri="{FF2B5EF4-FFF2-40B4-BE49-F238E27FC236}">
                <a16:creationId xmlns:a16="http://schemas.microsoft.com/office/drawing/2014/main" id="{296FD160-0E47-509F-BEBF-C98AE38E291D}"/>
              </a:ext>
            </a:extLst>
          </p:cNvPr>
          <p:cNvSpPr>
            <a:spLocks noGrp="1"/>
          </p:cNvSpPr>
          <p:nvPr>
            <p:ph type="title"/>
          </p:nvPr>
        </p:nvSpPr>
        <p:spPr>
          <a:xfrm>
            <a:off x="276727" y="272854"/>
            <a:ext cx="6104408" cy="768993"/>
          </a:xfrm>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PROBLEM STATEMENT</a:t>
            </a:r>
            <a:endParaRPr lang="en-IN" sz="4000" b="1" dirty="0">
              <a:solidFill>
                <a:schemeClr val="bg1"/>
              </a:solidFill>
            </a:endParaRPr>
          </a:p>
        </p:txBody>
      </p:sp>
      <p:sp>
        <p:nvSpPr>
          <p:cNvPr id="3" name="Content Placeholder 2">
            <a:extLst>
              <a:ext uri="{FF2B5EF4-FFF2-40B4-BE49-F238E27FC236}">
                <a16:creationId xmlns:a16="http://schemas.microsoft.com/office/drawing/2014/main" id="{87BA49C2-D8F0-ADB9-BC89-8961C2B260FD}"/>
              </a:ext>
            </a:extLst>
          </p:cNvPr>
          <p:cNvSpPr>
            <a:spLocks noGrp="1"/>
          </p:cNvSpPr>
          <p:nvPr>
            <p:ph idx="1"/>
          </p:nvPr>
        </p:nvSpPr>
        <p:spPr>
          <a:xfrm>
            <a:off x="418583" y="1244447"/>
            <a:ext cx="11010706" cy="5461153"/>
          </a:xfrm>
        </p:spPr>
        <p:txBody>
          <a:bodyPr>
            <a:normAutofit/>
          </a:bodyPr>
          <a:lstStyle/>
          <a:p>
            <a:r>
              <a:rPr lang="en-IN" dirty="0">
                <a:latin typeface="Times New Roman" panose="02020603050405020304" pitchFamily="18" charset="0"/>
                <a:cs typeface="Times New Roman" panose="02020603050405020304" pitchFamily="18" charset="0"/>
              </a:rPr>
              <a:t>Solar panels are widely used to generate clean and renewable electricity. However, dust, dirt, bird droppings, and other particles accumulate on the surface of solar panels over time. This reduces the amount of sunlight reaching the photovoltaic cells and consequently decreases the efficiency and power output of the solar panel.</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Manual cleaning requires significant time, labour, and water, especially in large solar installations. Therefore, there is a need for an efficient, economical, and automated solar panel cleaning system that can regularly remove dust and dirt from the panel surface with minimum human intervention. The proposed system aims to improve solar panel performance, reduce maintenance effort, and maintain maximum power generation through an effective cleaning mechanism.</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90992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9EAE9-6F25-6695-04F2-146872370A9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83172CD-591C-8364-8272-003296200383}"/>
              </a:ext>
            </a:extLst>
          </p:cNvPr>
          <p:cNvSpPr/>
          <p:nvPr/>
        </p:nvSpPr>
        <p:spPr>
          <a:xfrm>
            <a:off x="276727" y="337803"/>
            <a:ext cx="3528357" cy="639097"/>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IN">
              <a:solidFill>
                <a:schemeClr val="tx1"/>
              </a:solidFill>
            </a:endParaRPr>
          </a:p>
        </p:txBody>
      </p:sp>
      <p:sp>
        <p:nvSpPr>
          <p:cNvPr id="2" name="Title 1">
            <a:extLst>
              <a:ext uri="{FF2B5EF4-FFF2-40B4-BE49-F238E27FC236}">
                <a16:creationId xmlns:a16="http://schemas.microsoft.com/office/drawing/2014/main" id="{1D7AACD3-B077-DD64-9C6C-6E96A361A4AA}"/>
              </a:ext>
            </a:extLst>
          </p:cNvPr>
          <p:cNvSpPr>
            <a:spLocks noGrp="1"/>
          </p:cNvSpPr>
          <p:nvPr>
            <p:ph type="title"/>
          </p:nvPr>
        </p:nvSpPr>
        <p:spPr>
          <a:xfrm>
            <a:off x="276727" y="272854"/>
            <a:ext cx="3430034" cy="768993"/>
          </a:xfrm>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OBJECTIVES</a:t>
            </a:r>
            <a:endParaRPr lang="en-IN" sz="4000" b="1" dirty="0">
              <a:solidFill>
                <a:schemeClr val="bg1"/>
              </a:solidFill>
            </a:endParaRPr>
          </a:p>
        </p:txBody>
      </p:sp>
      <p:sp>
        <p:nvSpPr>
          <p:cNvPr id="3" name="Content Placeholder 2">
            <a:extLst>
              <a:ext uri="{FF2B5EF4-FFF2-40B4-BE49-F238E27FC236}">
                <a16:creationId xmlns:a16="http://schemas.microsoft.com/office/drawing/2014/main" id="{B99CAFE4-52DD-598C-45DE-319F4C57D544}"/>
              </a:ext>
            </a:extLst>
          </p:cNvPr>
          <p:cNvSpPr>
            <a:spLocks noGrp="1"/>
          </p:cNvSpPr>
          <p:nvPr>
            <p:ph idx="1"/>
          </p:nvPr>
        </p:nvSpPr>
        <p:spPr>
          <a:xfrm>
            <a:off x="418583" y="1244447"/>
            <a:ext cx="11010706" cy="5461153"/>
          </a:xfrm>
        </p:spPr>
        <p:txBody>
          <a:bodyPr>
            <a:normAutofit fontScale="92500"/>
          </a:bodyPr>
          <a:lstStyle/>
          <a:p>
            <a:pPr lvl="0"/>
            <a:r>
              <a:rPr lang="en-IN" sz="2600" dirty="0">
                <a:latin typeface="Times New Roman" panose="02020603050405020304" pitchFamily="18" charset="0"/>
                <a:cs typeface="Times New Roman" panose="02020603050405020304" pitchFamily="18" charset="0"/>
              </a:rPr>
              <a:t>To design and develop an automated solar panel cleaning system to remove dust, dirt, and other particles from the panel surface. </a:t>
            </a:r>
          </a:p>
          <a:p>
            <a:pPr lvl="0"/>
            <a:r>
              <a:rPr lang="en-IN" sz="2600" dirty="0">
                <a:latin typeface="Times New Roman" panose="02020603050405020304" pitchFamily="18" charset="0"/>
                <a:cs typeface="Times New Roman" panose="02020603050405020304" pitchFamily="18" charset="0"/>
              </a:rPr>
              <a:t>To improve the efficiency of solar panels by maintaining a clean surface for maximum absorption of sunlight. </a:t>
            </a:r>
          </a:p>
          <a:p>
            <a:pPr lvl="0"/>
            <a:r>
              <a:rPr lang="en-IN" sz="2600" dirty="0">
                <a:latin typeface="Times New Roman" panose="02020603050405020304" pitchFamily="18" charset="0"/>
                <a:cs typeface="Times New Roman" panose="02020603050405020304" pitchFamily="18" charset="0"/>
              </a:rPr>
              <a:t>To reduce manual labour and maintenance time required for cleaning solar panels. </a:t>
            </a:r>
          </a:p>
          <a:p>
            <a:pPr lvl="0"/>
            <a:r>
              <a:rPr lang="en-IN" sz="2600" dirty="0">
                <a:latin typeface="Times New Roman" panose="02020603050405020304" pitchFamily="18" charset="0"/>
                <a:cs typeface="Times New Roman" panose="02020603050405020304" pitchFamily="18" charset="0"/>
              </a:rPr>
              <a:t>To develop a cost-effective cleaning mechanism suitable for domestic as well as large-scale solar installations. </a:t>
            </a:r>
          </a:p>
          <a:p>
            <a:pPr lvl="0"/>
            <a:r>
              <a:rPr lang="en-IN" sz="2600" dirty="0">
                <a:latin typeface="Times New Roman" panose="02020603050405020304" pitchFamily="18" charset="0"/>
                <a:cs typeface="Times New Roman" panose="02020603050405020304" pitchFamily="18" charset="0"/>
              </a:rPr>
              <a:t>To minimize water consumption during the cleaning process. </a:t>
            </a:r>
          </a:p>
          <a:p>
            <a:pPr lvl="0"/>
            <a:r>
              <a:rPr lang="en-IN" sz="2600" dirty="0">
                <a:latin typeface="Times New Roman" panose="02020603050405020304" pitchFamily="18" charset="0"/>
                <a:cs typeface="Times New Roman" panose="02020603050405020304" pitchFamily="18" charset="0"/>
              </a:rPr>
              <a:t>To ensure safe and effective cleaning without causing damage to the solar panel surface. </a:t>
            </a:r>
          </a:p>
          <a:p>
            <a:pPr lvl="0"/>
            <a:r>
              <a:rPr lang="en-IN" sz="2600" dirty="0">
                <a:latin typeface="Times New Roman" panose="02020603050405020304" pitchFamily="18" charset="0"/>
                <a:cs typeface="Times New Roman" panose="02020603050405020304" pitchFamily="18" charset="0"/>
              </a:rPr>
              <a:t>To improve the overall power generation and performance of the solar energy system. </a:t>
            </a:r>
          </a:p>
          <a:p>
            <a:pPr lvl="0"/>
            <a:r>
              <a:rPr lang="en-IN" sz="2600" dirty="0">
                <a:latin typeface="Times New Roman" panose="02020603050405020304" pitchFamily="18" charset="0"/>
                <a:cs typeface="Times New Roman" panose="02020603050405020304" pitchFamily="18" charset="0"/>
              </a:rPr>
              <a:t>To create a reliable system with minimum human intervention for regular solar panel maintenance. </a:t>
            </a:r>
          </a:p>
          <a:p>
            <a:pPr marL="0" indent="0" algn="just">
              <a:lnSpc>
                <a:spcPct val="150000"/>
              </a:lnSpc>
              <a:buNone/>
            </a:pPr>
            <a:endParaRPr lang="en-US" sz="26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59750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075CE-3178-2E75-90E6-3BFBA770BCAE}"/>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5E1EA6B7-2B7B-8A07-B9C9-67327AA3D9FA}"/>
              </a:ext>
            </a:extLst>
          </p:cNvPr>
          <p:cNvSpPr/>
          <p:nvPr/>
        </p:nvSpPr>
        <p:spPr>
          <a:xfrm>
            <a:off x="307256" y="137650"/>
            <a:ext cx="5031660" cy="589937"/>
          </a:xfrm>
          <a:prstGeom prst="roundRect">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a:solidFill>
                <a:schemeClr val="tx1"/>
              </a:solidFill>
            </a:endParaRPr>
          </a:p>
        </p:txBody>
      </p:sp>
      <p:sp>
        <p:nvSpPr>
          <p:cNvPr id="23" name="Arrow: Right 22">
            <a:extLst>
              <a:ext uri="{FF2B5EF4-FFF2-40B4-BE49-F238E27FC236}">
                <a16:creationId xmlns:a16="http://schemas.microsoft.com/office/drawing/2014/main" id="{DBE08392-36CD-BA1C-4F0B-9CAA22796556}"/>
              </a:ext>
            </a:extLst>
          </p:cNvPr>
          <p:cNvSpPr/>
          <p:nvPr/>
        </p:nvSpPr>
        <p:spPr>
          <a:xfrm>
            <a:off x="7460694" y="4213437"/>
            <a:ext cx="1093544" cy="856797"/>
          </a:xfrm>
          <a:prstGeom prst="rightArrow">
            <a:avLst/>
          </a:prstGeom>
          <a:solidFill>
            <a:schemeClr val="accent6"/>
          </a:solidFill>
          <a:scene3d>
            <a:camera prst="orthographicFront"/>
            <a:lightRig rig="threePt" dir="t"/>
          </a:scene3d>
          <a:sp3d>
            <a:bevelT/>
          </a:sp3d>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2" name="Arrow: Right 21">
            <a:extLst>
              <a:ext uri="{FF2B5EF4-FFF2-40B4-BE49-F238E27FC236}">
                <a16:creationId xmlns:a16="http://schemas.microsoft.com/office/drawing/2014/main" id="{F161C8EA-3EFC-1251-AB1D-9C7EAC72C66F}"/>
              </a:ext>
            </a:extLst>
          </p:cNvPr>
          <p:cNvSpPr/>
          <p:nvPr/>
        </p:nvSpPr>
        <p:spPr>
          <a:xfrm>
            <a:off x="4616645" y="4213436"/>
            <a:ext cx="1093544" cy="856797"/>
          </a:xfrm>
          <a:prstGeom prst="rightArrow">
            <a:avLst/>
          </a:prstGeom>
          <a:solidFill>
            <a:schemeClr val="accent6"/>
          </a:solidFill>
          <a:scene3d>
            <a:camera prst="orthographicFront"/>
            <a:lightRig rig="threePt" dir="t"/>
          </a:scene3d>
          <a:sp3d>
            <a:bevelT/>
          </a:sp3d>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1" name="Arrow: Right 20">
            <a:extLst>
              <a:ext uri="{FF2B5EF4-FFF2-40B4-BE49-F238E27FC236}">
                <a16:creationId xmlns:a16="http://schemas.microsoft.com/office/drawing/2014/main" id="{421450CB-B9D1-9D47-7E5F-FB15CF6024FF}"/>
              </a:ext>
            </a:extLst>
          </p:cNvPr>
          <p:cNvSpPr/>
          <p:nvPr/>
        </p:nvSpPr>
        <p:spPr>
          <a:xfrm>
            <a:off x="1984322" y="4325854"/>
            <a:ext cx="1093544" cy="856797"/>
          </a:xfrm>
          <a:prstGeom prst="rightArrow">
            <a:avLst/>
          </a:prstGeom>
          <a:solidFill>
            <a:schemeClr val="accent6"/>
          </a:solidFill>
          <a:scene3d>
            <a:camera prst="orthographicFront"/>
            <a:lightRig rig="threePt" dir="t"/>
          </a:scene3d>
          <a:sp3d>
            <a:bevelT/>
          </a:sp3d>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9" name="Arrow: Right 18">
            <a:extLst>
              <a:ext uri="{FF2B5EF4-FFF2-40B4-BE49-F238E27FC236}">
                <a16:creationId xmlns:a16="http://schemas.microsoft.com/office/drawing/2014/main" id="{0B246C34-C882-29E7-8F3B-51A2B302E0DA}"/>
              </a:ext>
            </a:extLst>
          </p:cNvPr>
          <p:cNvSpPr/>
          <p:nvPr/>
        </p:nvSpPr>
        <p:spPr>
          <a:xfrm>
            <a:off x="8355881" y="2294519"/>
            <a:ext cx="1093544" cy="856797"/>
          </a:xfrm>
          <a:prstGeom prst="rightArrow">
            <a:avLst/>
          </a:prstGeom>
          <a:solidFill>
            <a:schemeClr val="accent6"/>
          </a:solidFill>
          <a:scene3d>
            <a:camera prst="orthographicFront"/>
            <a:lightRig rig="threePt" dir="t"/>
          </a:scene3d>
          <a:sp3d>
            <a:bevelT/>
          </a:sp3d>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pPr algn="ctr"/>
            <a:endParaRPr lang="en-IN" dirty="0"/>
          </a:p>
        </p:txBody>
      </p:sp>
      <p:sp>
        <p:nvSpPr>
          <p:cNvPr id="18" name="Arrow: Right 17">
            <a:extLst>
              <a:ext uri="{FF2B5EF4-FFF2-40B4-BE49-F238E27FC236}">
                <a16:creationId xmlns:a16="http://schemas.microsoft.com/office/drawing/2014/main" id="{4E66D7A4-926F-096E-50F5-0585957A219D}"/>
              </a:ext>
            </a:extLst>
          </p:cNvPr>
          <p:cNvSpPr/>
          <p:nvPr/>
        </p:nvSpPr>
        <p:spPr>
          <a:xfrm>
            <a:off x="5690891" y="2294517"/>
            <a:ext cx="1093544" cy="856797"/>
          </a:xfrm>
          <a:prstGeom prst="rightArrow">
            <a:avLst/>
          </a:prstGeom>
          <a:solidFill>
            <a:schemeClr val="accent6"/>
          </a:solidFill>
          <a:scene3d>
            <a:camera prst="orthographicFront"/>
            <a:lightRig rig="threePt" dir="t"/>
          </a:scene3d>
          <a:sp3d>
            <a:bevelT/>
          </a:sp3d>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7" name="Arrow: Right 16">
            <a:extLst>
              <a:ext uri="{FF2B5EF4-FFF2-40B4-BE49-F238E27FC236}">
                <a16:creationId xmlns:a16="http://schemas.microsoft.com/office/drawing/2014/main" id="{616AED5A-AA44-0C18-DAE4-4767827A959C}"/>
              </a:ext>
            </a:extLst>
          </p:cNvPr>
          <p:cNvSpPr/>
          <p:nvPr/>
        </p:nvSpPr>
        <p:spPr>
          <a:xfrm>
            <a:off x="2951252" y="2294517"/>
            <a:ext cx="1093544" cy="856797"/>
          </a:xfrm>
          <a:prstGeom prst="rightArrow">
            <a:avLst/>
          </a:prstGeom>
          <a:solidFill>
            <a:schemeClr val="accent6"/>
          </a:solidFill>
          <a:scene3d>
            <a:camera prst="orthographicFront"/>
            <a:lightRig rig="threePt" dir="t"/>
          </a:scene3d>
          <a:sp3d>
            <a:bevelT/>
          </a:sp3d>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 name="Title 1">
            <a:extLst>
              <a:ext uri="{FF2B5EF4-FFF2-40B4-BE49-F238E27FC236}">
                <a16:creationId xmlns:a16="http://schemas.microsoft.com/office/drawing/2014/main" id="{8A65F4B3-4029-5915-E371-C152234934C4}"/>
              </a:ext>
            </a:extLst>
          </p:cNvPr>
          <p:cNvSpPr>
            <a:spLocks noGrp="1"/>
          </p:cNvSpPr>
          <p:nvPr>
            <p:ph type="title"/>
          </p:nvPr>
        </p:nvSpPr>
        <p:spPr>
          <a:xfrm>
            <a:off x="307256" y="113061"/>
            <a:ext cx="5031659" cy="614526"/>
          </a:xfrm>
        </p:spPr>
        <p:txBody>
          <a:bodyPr>
            <a:noAutofit/>
          </a:bodyPr>
          <a:lstStyle/>
          <a:p>
            <a:r>
              <a:rPr lang="en-US" b="1" dirty="0">
                <a:latin typeface="Times New Roman" panose="02020603050405020304" pitchFamily="18" charset="0"/>
                <a:cs typeface="Times New Roman" panose="02020603050405020304" pitchFamily="18" charset="0"/>
              </a:rPr>
              <a:t>METHODOLOGY</a:t>
            </a:r>
            <a:endParaRPr lang="en-IN" b="1" dirty="0">
              <a:latin typeface="Times New Roman" panose="02020603050405020304" pitchFamily="18" charset="0"/>
              <a:cs typeface="Times New Roman" panose="02020603050405020304" pitchFamily="18" charset="0"/>
            </a:endParaRPr>
          </a:p>
        </p:txBody>
      </p:sp>
      <p:sp>
        <p:nvSpPr>
          <p:cNvPr id="4" name="Freeform: Shape 3">
            <a:extLst>
              <a:ext uri="{FF2B5EF4-FFF2-40B4-BE49-F238E27FC236}">
                <a16:creationId xmlns:a16="http://schemas.microsoft.com/office/drawing/2014/main" id="{895C0ED4-9FA5-D0AE-BB4A-074E5D59B99B}"/>
              </a:ext>
            </a:extLst>
          </p:cNvPr>
          <p:cNvSpPr/>
          <p:nvPr/>
        </p:nvSpPr>
        <p:spPr>
          <a:xfrm>
            <a:off x="1320274" y="1852649"/>
            <a:ext cx="1948405" cy="1740535"/>
          </a:xfrm>
          <a:custGeom>
            <a:avLst/>
            <a:gdLst>
              <a:gd name="connsiteX0" fmla="*/ 0 w 1948405"/>
              <a:gd name="connsiteY0" fmla="*/ 290095 h 1740535"/>
              <a:gd name="connsiteX1" fmla="*/ 290095 w 1948405"/>
              <a:gd name="connsiteY1" fmla="*/ 0 h 1740535"/>
              <a:gd name="connsiteX2" fmla="*/ 1658310 w 1948405"/>
              <a:gd name="connsiteY2" fmla="*/ 0 h 1740535"/>
              <a:gd name="connsiteX3" fmla="*/ 1948405 w 1948405"/>
              <a:gd name="connsiteY3" fmla="*/ 290095 h 1740535"/>
              <a:gd name="connsiteX4" fmla="*/ 1948405 w 1948405"/>
              <a:gd name="connsiteY4" fmla="*/ 1450440 h 1740535"/>
              <a:gd name="connsiteX5" fmla="*/ 1658310 w 1948405"/>
              <a:gd name="connsiteY5" fmla="*/ 1740535 h 1740535"/>
              <a:gd name="connsiteX6" fmla="*/ 290095 w 1948405"/>
              <a:gd name="connsiteY6" fmla="*/ 1740535 h 1740535"/>
              <a:gd name="connsiteX7" fmla="*/ 0 w 1948405"/>
              <a:gd name="connsiteY7" fmla="*/ 1450440 h 1740535"/>
              <a:gd name="connsiteX8" fmla="*/ 0 w 1948405"/>
              <a:gd name="connsiteY8" fmla="*/ 290095 h 1740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8405" h="1740535">
                <a:moveTo>
                  <a:pt x="0" y="290095"/>
                </a:moveTo>
                <a:cubicBezTo>
                  <a:pt x="0" y="129880"/>
                  <a:pt x="129880" y="0"/>
                  <a:pt x="290095" y="0"/>
                </a:cubicBezTo>
                <a:lnTo>
                  <a:pt x="1658310" y="0"/>
                </a:lnTo>
                <a:cubicBezTo>
                  <a:pt x="1818525" y="0"/>
                  <a:pt x="1948405" y="129880"/>
                  <a:pt x="1948405" y="290095"/>
                </a:cubicBezTo>
                <a:lnTo>
                  <a:pt x="1948405" y="1450440"/>
                </a:lnTo>
                <a:cubicBezTo>
                  <a:pt x="1948405" y="1610655"/>
                  <a:pt x="1818525" y="1740535"/>
                  <a:pt x="1658310" y="1740535"/>
                </a:cubicBezTo>
                <a:lnTo>
                  <a:pt x="290095" y="1740535"/>
                </a:lnTo>
                <a:cubicBezTo>
                  <a:pt x="129880" y="1740535"/>
                  <a:pt x="0" y="1610655"/>
                  <a:pt x="0" y="1450440"/>
                </a:cubicBezTo>
                <a:lnTo>
                  <a:pt x="0" y="290095"/>
                </a:lnTo>
                <a:close/>
              </a:path>
            </a:pathLst>
          </a:custGeom>
          <a:scene3d>
            <a:camera prst="orthographicFront"/>
            <a:lightRig rig="threePt" dir="t"/>
          </a:scene3d>
          <a:sp3d>
            <a:bevelT/>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5926" tIns="145926" rIns="145926" bIns="145926" numCol="1" spcCol="1270" anchor="t" anchorCtr="0">
            <a:noAutofit/>
          </a:bodyPr>
          <a:lstStyle/>
          <a:p>
            <a:pPr lvl="0" algn="ctr" defTabSz="711200">
              <a:spcBef>
                <a:spcPct val="0"/>
              </a:spcBef>
              <a:spcAft>
                <a:spcPct val="35000"/>
              </a:spcAft>
            </a:pPr>
            <a:r>
              <a:rPr lang="en-IN" sz="2400" dirty="0">
                <a:latin typeface="Times New Roman" panose="02020603050405020304" pitchFamily="18" charset="0"/>
                <a:cs typeface="Times New Roman" panose="02020603050405020304" pitchFamily="18" charset="0"/>
              </a:rPr>
              <a:t>Problem Identification</a:t>
            </a:r>
            <a:endParaRPr lang="en-IN" sz="2400" kern="1200" dirty="0">
              <a:solidFill>
                <a:schemeClr val="bg1"/>
              </a:solidFill>
              <a:latin typeface="Times New Roman" panose="02020603050405020304" pitchFamily="18" charset="0"/>
              <a:cs typeface="Times New Roman" panose="02020603050405020304" pitchFamily="18" charset="0"/>
            </a:endParaRPr>
          </a:p>
          <a:p>
            <a:pPr marL="0" lvl="1" algn="ctr" defTabSz="533400">
              <a:lnSpc>
                <a:spcPct val="90000"/>
              </a:lnSpc>
              <a:spcBef>
                <a:spcPct val="0"/>
              </a:spcBef>
              <a:spcAft>
                <a:spcPct val="15000"/>
              </a:spcAft>
            </a:pPr>
            <a:r>
              <a:rPr lang="en-IN" sz="1200" kern="1200" dirty="0">
                <a:latin typeface="Times New Roman" panose="02020603050405020304" pitchFamily="18" charset="0"/>
                <a:cs typeface="Times New Roman" panose="02020603050405020304" pitchFamily="18" charset="0"/>
              </a:rPr>
              <a:t> </a:t>
            </a:r>
          </a:p>
        </p:txBody>
      </p:sp>
      <p:sp>
        <p:nvSpPr>
          <p:cNvPr id="6" name="Freeform: Shape 5">
            <a:extLst>
              <a:ext uri="{FF2B5EF4-FFF2-40B4-BE49-F238E27FC236}">
                <a16:creationId xmlns:a16="http://schemas.microsoft.com/office/drawing/2014/main" id="{6A7D7403-961D-AA57-37EB-85BABFED6FDC}"/>
              </a:ext>
            </a:extLst>
          </p:cNvPr>
          <p:cNvSpPr/>
          <p:nvPr/>
        </p:nvSpPr>
        <p:spPr>
          <a:xfrm>
            <a:off x="4059913" y="1852651"/>
            <a:ext cx="1948405" cy="1740535"/>
          </a:xfrm>
          <a:custGeom>
            <a:avLst/>
            <a:gdLst>
              <a:gd name="connsiteX0" fmla="*/ 0 w 1948405"/>
              <a:gd name="connsiteY0" fmla="*/ 290095 h 1740535"/>
              <a:gd name="connsiteX1" fmla="*/ 290095 w 1948405"/>
              <a:gd name="connsiteY1" fmla="*/ 0 h 1740535"/>
              <a:gd name="connsiteX2" fmla="*/ 1658310 w 1948405"/>
              <a:gd name="connsiteY2" fmla="*/ 0 h 1740535"/>
              <a:gd name="connsiteX3" fmla="*/ 1948405 w 1948405"/>
              <a:gd name="connsiteY3" fmla="*/ 290095 h 1740535"/>
              <a:gd name="connsiteX4" fmla="*/ 1948405 w 1948405"/>
              <a:gd name="connsiteY4" fmla="*/ 1450440 h 1740535"/>
              <a:gd name="connsiteX5" fmla="*/ 1658310 w 1948405"/>
              <a:gd name="connsiteY5" fmla="*/ 1740535 h 1740535"/>
              <a:gd name="connsiteX6" fmla="*/ 290095 w 1948405"/>
              <a:gd name="connsiteY6" fmla="*/ 1740535 h 1740535"/>
              <a:gd name="connsiteX7" fmla="*/ 0 w 1948405"/>
              <a:gd name="connsiteY7" fmla="*/ 1450440 h 1740535"/>
              <a:gd name="connsiteX8" fmla="*/ 0 w 1948405"/>
              <a:gd name="connsiteY8" fmla="*/ 290095 h 1740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8405" h="1740535">
                <a:moveTo>
                  <a:pt x="0" y="290095"/>
                </a:moveTo>
                <a:cubicBezTo>
                  <a:pt x="0" y="129880"/>
                  <a:pt x="129880" y="0"/>
                  <a:pt x="290095" y="0"/>
                </a:cubicBezTo>
                <a:lnTo>
                  <a:pt x="1658310" y="0"/>
                </a:lnTo>
                <a:cubicBezTo>
                  <a:pt x="1818525" y="0"/>
                  <a:pt x="1948405" y="129880"/>
                  <a:pt x="1948405" y="290095"/>
                </a:cubicBezTo>
                <a:lnTo>
                  <a:pt x="1948405" y="1450440"/>
                </a:lnTo>
                <a:cubicBezTo>
                  <a:pt x="1948405" y="1610655"/>
                  <a:pt x="1818525" y="1740535"/>
                  <a:pt x="1658310" y="1740535"/>
                </a:cubicBezTo>
                <a:lnTo>
                  <a:pt x="290095" y="1740535"/>
                </a:lnTo>
                <a:cubicBezTo>
                  <a:pt x="129880" y="1740535"/>
                  <a:pt x="0" y="1610655"/>
                  <a:pt x="0" y="1450440"/>
                </a:cubicBezTo>
                <a:lnTo>
                  <a:pt x="0" y="290095"/>
                </a:lnTo>
                <a:close/>
              </a:path>
            </a:pathLst>
          </a:custGeom>
          <a:scene3d>
            <a:camera prst="orthographicFront"/>
            <a:lightRig rig="threePt" dir="t"/>
          </a:scene3d>
          <a:sp3d>
            <a:bevelT/>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5926" tIns="145926" rIns="145926" bIns="145926" numCol="1" spcCol="1270" anchor="t" anchorCtr="0">
            <a:noAutofit/>
          </a:bodyPr>
          <a:lstStyle/>
          <a:p>
            <a:pPr lvl="0" algn="ctr" defTabSz="711200">
              <a:spcBef>
                <a:spcPct val="0"/>
              </a:spcBef>
              <a:spcAft>
                <a:spcPct val="35000"/>
              </a:spcAft>
            </a:pPr>
            <a:r>
              <a:rPr lang="en-IN" sz="2400" dirty="0">
                <a:latin typeface="Times New Roman" panose="02020603050405020304" pitchFamily="18" charset="0"/>
                <a:cs typeface="Times New Roman" panose="02020603050405020304" pitchFamily="18" charset="0"/>
              </a:rPr>
              <a:t>Need &amp; Objective Definition</a:t>
            </a:r>
          </a:p>
        </p:txBody>
      </p:sp>
      <p:sp>
        <p:nvSpPr>
          <p:cNvPr id="7" name="Freeform: Shape 6">
            <a:extLst>
              <a:ext uri="{FF2B5EF4-FFF2-40B4-BE49-F238E27FC236}">
                <a16:creationId xmlns:a16="http://schemas.microsoft.com/office/drawing/2014/main" id="{9ABA9FA6-9BB5-99E6-7517-C2A5E84632EF}"/>
              </a:ext>
            </a:extLst>
          </p:cNvPr>
          <p:cNvSpPr/>
          <p:nvPr/>
        </p:nvSpPr>
        <p:spPr>
          <a:xfrm>
            <a:off x="6784435" y="1852651"/>
            <a:ext cx="1948405" cy="1740535"/>
          </a:xfrm>
          <a:custGeom>
            <a:avLst/>
            <a:gdLst>
              <a:gd name="connsiteX0" fmla="*/ 0 w 1948405"/>
              <a:gd name="connsiteY0" fmla="*/ 290095 h 1740535"/>
              <a:gd name="connsiteX1" fmla="*/ 290095 w 1948405"/>
              <a:gd name="connsiteY1" fmla="*/ 0 h 1740535"/>
              <a:gd name="connsiteX2" fmla="*/ 1658310 w 1948405"/>
              <a:gd name="connsiteY2" fmla="*/ 0 h 1740535"/>
              <a:gd name="connsiteX3" fmla="*/ 1948405 w 1948405"/>
              <a:gd name="connsiteY3" fmla="*/ 290095 h 1740535"/>
              <a:gd name="connsiteX4" fmla="*/ 1948405 w 1948405"/>
              <a:gd name="connsiteY4" fmla="*/ 1450440 h 1740535"/>
              <a:gd name="connsiteX5" fmla="*/ 1658310 w 1948405"/>
              <a:gd name="connsiteY5" fmla="*/ 1740535 h 1740535"/>
              <a:gd name="connsiteX6" fmla="*/ 290095 w 1948405"/>
              <a:gd name="connsiteY6" fmla="*/ 1740535 h 1740535"/>
              <a:gd name="connsiteX7" fmla="*/ 0 w 1948405"/>
              <a:gd name="connsiteY7" fmla="*/ 1450440 h 1740535"/>
              <a:gd name="connsiteX8" fmla="*/ 0 w 1948405"/>
              <a:gd name="connsiteY8" fmla="*/ 290095 h 1740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8405" h="1740535">
                <a:moveTo>
                  <a:pt x="0" y="290095"/>
                </a:moveTo>
                <a:cubicBezTo>
                  <a:pt x="0" y="129880"/>
                  <a:pt x="129880" y="0"/>
                  <a:pt x="290095" y="0"/>
                </a:cubicBezTo>
                <a:lnTo>
                  <a:pt x="1658310" y="0"/>
                </a:lnTo>
                <a:cubicBezTo>
                  <a:pt x="1818525" y="0"/>
                  <a:pt x="1948405" y="129880"/>
                  <a:pt x="1948405" y="290095"/>
                </a:cubicBezTo>
                <a:lnTo>
                  <a:pt x="1948405" y="1450440"/>
                </a:lnTo>
                <a:cubicBezTo>
                  <a:pt x="1948405" y="1610655"/>
                  <a:pt x="1818525" y="1740535"/>
                  <a:pt x="1658310" y="1740535"/>
                </a:cubicBezTo>
                <a:lnTo>
                  <a:pt x="290095" y="1740535"/>
                </a:lnTo>
                <a:cubicBezTo>
                  <a:pt x="129880" y="1740535"/>
                  <a:pt x="0" y="1610655"/>
                  <a:pt x="0" y="1450440"/>
                </a:cubicBezTo>
                <a:lnTo>
                  <a:pt x="0" y="290095"/>
                </a:lnTo>
                <a:close/>
              </a:path>
            </a:pathLst>
          </a:custGeom>
          <a:scene3d>
            <a:camera prst="orthographicFront"/>
            <a:lightRig rig="threePt" dir="t"/>
          </a:scene3d>
          <a:sp3d>
            <a:bevelT/>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5926" tIns="145926" rIns="145926" bIns="145926" numCol="1" spcCol="1270" anchor="t" anchorCtr="0">
            <a:noAutofit/>
          </a:bodyPr>
          <a:lstStyle/>
          <a:p>
            <a:pPr lvl="0" algn="ctr" defTabSz="711200">
              <a:spcBef>
                <a:spcPct val="0"/>
              </a:spcBef>
              <a:spcAft>
                <a:spcPct val="35000"/>
              </a:spcAft>
            </a:pPr>
            <a:r>
              <a:rPr lang="en-IN" sz="2400" dirty="0">
                <a:latin typeface="Times New Roman" panose="02020603050405020304" pitchFamily="18" charset="0"/>
                <a:cs typeface="Times New Roman" panose="02020603050405020304" pitchFamily="18" charset="0"/>
              </a:rPr>
              <a:t>Literature Review &amp; Research</a:t>
            </a:r>
          </a:p>
        </p:txBody>
      </p:sp>
      <p:sp>
        <p:nvSpPr>
          <p:cNvPr id="8" name="Freeform: Shape 7">
            <a:extLst>
              <a:ext uri="{FF2B5EF4-FFF2-40B4-BE49-F238E27FC236}">
                <a16:creationId xmlns:a16="http://schemas.microsoft.com/office/drawing/2014/main" id="{E601D1FB-4624-8D2D-07A9-82DC384A9F88}"/>
              </a:ext>
            </a:extLst>
          </p:cNvPr>
          <p:cNvSpPr/>
          <p:nvPr/>
        </p:nvSpPr>
        <p:spPr>
          <a:xfrm>
            <a:off x="9449425" y="1852651"/>
            <a:ext cx="1948405" cy="1740535"/>
          </a:xfrm>
          <a:custGeom>
            <a:avLst/>
            <a:gdLst>
              <a:gd name="connsiteX0" fmla="*/ 0 w 1948405"/>
              <a:gd name="connsiteY0" fmla="*/ 290095 h 1740535"/>
              <a:gd name="connsiteX1" fmla="*/ 290095 w 1948405"/>
              <a:gd name="connsiteY1" fmla="*/ 0 h 1740535"/>
              <a:gd name="connsiteX2" fmla="*/ 1658310 w 1948405"/>
              <a:gd name="connsiteY2" fmla="*/ 0 h 1740535"/>
              <a:gd name="connsiteX3" fmla="*/ 1948405 w 1948405"/>
              <a:gd name="connsiteY3" fmla="*/ 290095 h 1740535"/>
              <a:gd name="connsiteX4" fmla="*/ 1948405 w 1948405"/>
              <a:gd name="connsiteY4" fmla="*/ 1450440 h 1740535"/>
              <a:gd name="connsiteX5" fmla="*/ 1658310 w 1948405"/>
              <a:gd name="connsiteY5" fmla="*/ 1740535 h 1740535"/>
              <a:gd name="connsiteX6" fmla="*/ 290095 w 1948405"/>
              <a:gd name="connsiteY6" fmla="*/ 1740535 h 1740535"/>
              <a:gd name="connsiteX7" fmla="*/ 0 w 1948405"/>
              <a:gd name="connsiteY7" fmla="*/ 1450440 h 1740535"/>
              <a:gd name="connsiteX8" fmla="*/ 0 w 1948405"/>
              <a:gd name="connsiteY8" fmla="*/ 290095 h 1740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8405" h="1740535">
                <a:moveTo>
                  <a:pt x="0" y="290095"/>
                </a:moveTo>
                <a:cubicBezTo>
                  <a:pt x="0" y="129880"/>
                  <a:pt x="129880" y="0"/>
                  <a:pt x="290095" y="0"/>
                </a:cubicBezTo>
                <a:lnTo>
                  <a:pt x="1658310" y="0"/>
                </a:lnTo>
                <a:cubicBezTo>
                  <a:pt x="1818525" y="0"/>
                  <a:pt x="1948405" y="129880"/>
                  <a:pt x="1948405" y="290095"/>
                </a:cubicBezTo>
                <a:lnTo>
                  <a:pt x="1948405" y="1450440"/>
                </a:lnTo>
                <a:cubicBezTo>
                  <a:pt x="1948405" y="1610655"/>
                  <a:pt x="1818525" y="1740535"/>
                  <a:pt x="1658310" y="1740535"/>
                </a:cubicBezTo>
                <a:lnTo>
                  <a:pt x="290095" y="1740535"/>
                </a:lnTo>
                <a:cubicBezTo>
                  <a:pt x="129880" y="1740535"/>
                  <a:pt x="0" y="1610655"/>
                  <a:pt x="0" y="1450440"/>
                </a:cubicBezTo>
                <a:lnTo>
                  <a:pt x="0" y="290095"/>
                </a:lnTo>
                <a:close/>
              </a:path>
            </a:pathLst>
          </a:custGeom>
          <a:scene3d>
            <a:camera prst="orthographicFront"/>
            <a:lightRig rig="threePt" dir="t"/>
          </a:scene3d>
          <a:sp3d>
            <a:bevelT/>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5926" tIns="145926" rIns="145926" bIns="145926" numCol="1" spcCol="1270" anchor="t" anchorCtr="0">
            <a:noAutofit/>
          </a:bodyPr>
          <a:lstStyle/>
          <a:p>
            <a:pPr lvl="0" algn="ctr" defTabSz="711200">
              <a:spcBef>
                <a:spcPct val="0"/>
              </a:spcBef>
              <a:spcAft>
                <a:spcPct val="35000"/>
              </a:spcAft>
            </a:pPr>
            <a:r>
              <a:rPr lang="en-IN" sz="2400" dirty="0">
                <a:latin typeface="Times New Roman" panose="02020603050405020304" pitchFamily="18" charset="0"/>
                <a:cs typeface="Times New Roman" panose="02020603050405020304" pitchFamily="18" charset="0"/>
              </a:rPr>
              <a:t>Requirement Analysis</a:t>
            </a:r>
          </a:p>
        </p:txBody>
      </p:sp>
      <p:sp>
        <p:nvSpPr>
          <p:cNvPr id="9" name="Freeform: Shape 8">
            <a:extLst>
              <a:ext uri="{FF2B5EF4-FFF2-40B4-BE49-F238E27FC236}">
                <a16:creationId xmlns:a16="http://schemas.microsoft.com/office/drawing/2014/main" id="{719D882D-CDF3-1F0F-77E0-C69A1FC0B315}"/>
              </a:ext>
            </a:extLst>
          </p:cNvPr>
          <p:cNvSpPr/>
          <p:nvPr/>
        </p:nvSpPr>
        <p:spPr>
          <a:xfrm>
            <a:off x="307256" y="3789785"/>
            <a:ext cx="1948405" cy="1740535"/>
          </a:xfrm>
          <a:custGeom>
            <a:avLst/>
            <a:gdLst>
              <a:gd name="connsiteX0" fmla="*/ 0 w 1948405"/>
              <a:gd name="connsiteY0" fmla="*/ 290095 h 1740535"/>
              <a:gd name="connsiteX1" fmla="*/ 290095 w 1948405"/>
              <a:gd name="connsiteY1" fmla="*/ 0 h 1740535"/>
              <a:gd name="connsiteX2" fmla="*/ 1658310 w 1948405"/>
              <a:gd name="connsiteY2" fmla="*/ 0 h 1740535"/>
              <a:gd name="connsiteX3" fmla="*/ 1948405 w 1948405"/>
              <a:gd name="connsiteY3" fmla="*/ 290095 h 1740535"/>
              <a:gd name="connsiteX4" fmla="*/ 1948405 w 1948405"/>
              <a:gd name="connsiteY4" fmla="*/ 1450440 h 1740535"/>
              <a:gd name="connsiteX5" fmla="*/ 1658310 w 1948405"/>
              <a:gd name="connsiteY5" fmla="*/ 1740535 h 1740535"/>
              <a:gd name="connsiteX6" fmla="*/ 290095 w 1948405"/>
              <a:gd name="connsiteY6" fmla="*/ 1740535 h 1740535"/>
              <a:gd name="connsiteX7" fmla="*/ 0 w 1948405"/>
              <a:gd name="connsiteY7" fmla="*/ 1450440 h 1740535"/>
              <a:gd name="connsiteX8" fmla="*/ 0 w 1948405"/>
              <a:gd name="connsiteY8" fmla="*/ 290095 h 1740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8405" h="1740535">
                <a:moveTo>
                  <a:pt x="0" y="290095"/>
                </a:moveTo>
                <a:cubicBezTo>
                  <a:pt x="0" y="129880"/>
                  <a:pt x="129880" y="0"/>
                  <a:pt x="290095" y="0"/>
                </a:cubicBezTo>
                <a:lnTo>
                  <a:pt x="1658310" y="0"/>
                </a:lnTo>
                <a:cubicBezTo>
                  <a:pt x="1818525" y="0"/>
                  <a:pt x="1948405" y="129880"/>
                  <a:pt x="1948405" y="290095"/>
                </a:cubicBezTo>
                <a:lnTo>
                  <a:pt x="1948405" y="1450440"/>
                </a:lnTo>
                <a:cubicBezTo>
                  <a:pt x="1948405" y="1610655"/>
                  <a:pt x="1818525" y="1740535"/>
                  <a:pt x="1658310" y="1740535"/>
                </a:cubicBezTo>
                <a:lnTo>
                  <a:pt x="290095" y="1740535"/>
                </a:lnTo>
                <a:cubicBezTo>
                  <a:pt x="129880" y="1740535"/>
                  <a:pt x="0" y="1610655"/>
                  <a:pt x="0" y="1450440"/>
                </a:cubicBezTo>
                <a:lnTo>
                  <a:pt x="0" y="290095"/>
                </a:lnTo>
                <a:close/>
              </a:path>
            </a:pathLst>
          </a:custGeom>
          <a:scene3d>
            <a:camera prst="orthographicFront"/>
            <a:lightRig rig="threePt" dir="t"/>
          </a:scene3d>
          <a:sp3d>
            <a:bevelT/>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5926" tIns="145926" rIns="145926" bIns="145926" numCol="1" spcCol="1270" anchor="t" anchorCtr="0">
            <a:noAutofit/>
          </a:bodyPr>
          <a:lstStyle/>
          <a:p>
            <a:pPr lvl="0" defTabSz="711200">
              <a:spcBef>
                <a:spcPct val="0"/>
              </a:spcBef>
              <a:spcAft>
                <a:spcPct val="35000"/>
              </a:spcAft>
            </a:pPr>
            <a:r>
              <a:rPr lang="en-IN" sz="2400" dirty="0">
                <a:latin typeface="Times New Roman" panose="02020603050405020304" pitchFamily="18" charset="0"/>
                <a:cs typeface="Times New Roman" panose="02020603050405020304" pitchFamily="18" charset="0"/>
              </a:rPr>
              <a:t>Concept Development</a:t>
            </a:r>
          </a:p>
          <a:p>
            <a:pPr lvl="0" defTabSz="711200">
              <a:spcBef>
                <a:spcPct val="0"/>
              </a:spcBef>
              <a:spcAft>
                <a:spcPct val="35000"/>
              </a:spcAft>
            </a:pPr>
            <a:r>
              <a:rPr lang="en-IN" sz="1200" kern="1200" dirty="0">
                <a:latin typeface="Times New Roman" panose="02020603050405020304" pitchFamily="18" charset="0"/>
                <a:cs typeface="Times New Roman" panose="02020603050405020304" pitchFamily="18" charset="0"/>
              </a:rPr>
              <a:t> </a:t>
            </a:r>
          </a:p>
        </p:txBody>
      </p:sp>
      <p:sp>
        <p:nvSpPr>
          <p:cNvPr id="10" name="Freeform: Shape 9">
            <a:extLst>
              <a:ext uri="{FF2B5EF4-FFF2-40B4-BE49-F238E27FC236}">
                <a16:creationId xmlns:a16="http://schemas.microsoft.com/office/drawing/2014/main" id="{0C0502FF-E095-F6EB-A033-A55977AE74E6}"/>
              </a:ext>
            </a:extLst>
          </p:cNvPr>
          <p:cNvSpPr/>
          <p:nvPr/>
        </p:nvSpPr>
        <p:spPr>
          <a:xfrm>
            <a:off x="3085710" y="3789785"/>
            <a:ext cx="1948405" cy="1740535"/>
          </a:xfrm>
          <a:custGeom>
            <a:avLst/>
            <a:gdLst>
              <a:gd name="connsiteX0" fmla="*/ 0 w 1948405"/>
              <a:gd name="connsiteY0" fmla="*/ 290095 h 1740535"/>
              <a:gd name="connsiteX1" fmla="*/ 290095 w 1948405"/>
              <a:gd name="connsiteY1" fmla="*/ 0 h 1740535"/>
              <a:gd name="connsiteX2" fmla="*/ 1658310 w 1948405"/>
              <a:gd name="connsiteY2" fmla="*/ 0 h 1740535"/>
              <a:gd name="connsiteX3" fmla="*/ 1948405 w 1948405"/>
              <a:gd name="connsiteY3" fmla="*/ 290095 h 1740535"/>
              <a:gd name="connsiteX4" fmla="*/ 1948405 w 1948405"/>
              <a:gd name="connsiteY4" fmla="*/ 1450440 h 1740535"/>
              <a:gd name="connsiteX5" fmla="*/ 1658310 w 1948405"/>
              <a:gd name="connsiteY5" fmla="*/ 1740535 h 1740535"/>
              <a:gd name="connsiteX6" fmla="*/ 290095 w 1948405"/>
              <a:gd name="connsiteY6" fmla="*/ 1740535 h 1740535"/>
              <a:gd name="connsiteX7" fmla="*/ 0 w 1948405"/>
              <a:gd name="connsiteY7" fmla="*/ 1450440 h 1740535"/>
              <a:gd name="connsiteX8" fmla="*/ 0 w 1948405"/>
              <a:gd name="connsiteY8" fmla="*/ 290095 h 1740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8405" h="1740535">
                <a:moveTo>
                  <a:pt x="0" y="290095"/>
                </a:moveTo>
                <a:cubicBezTo>
                  <a:pt x="0" y="129880"/>
                  <a:pt x="129880" y="0"/>
                  <a:pt x="290095" y="0"/>
                </a:cubicBezTo>
                <a:lnTo>
                  <a:pt x="1658310" y="0"/>
                </a:lnTo>
                <a:cubicBezTo>
                  <a:pt x="1818525" y="0"/>
                  <a:pt x="1948405" y="129880"/>
                  <a:pt x="1948405" y="290095"/>
                </a:cubicBezTo>
                <a:lnTo>
                  <a:pt x="1948405" y="1450440"/>
                </a:lnTo>
                <a:cubicBezTo>
                  <a:pt x="1948405" y="1610655"/>
                  <a:pt x="1818525" y="1740535"/>
                  <a:pt x="1658310" y="1740535"/>
                </a:cubicBezTo>
                <a:lnTo>
                  <a:pt x="290095" y="1740535"/>
                </a:lnTo>
                <a:cubicBezTo>
                  <a:pt x="129880" y="1740535"/>
                  <a:pt x="0" y="1610655"/>
                  <a:pt x="0" y="1450440"/>
                </a:cubicBezTo>
                <a:lnTo>
                  <a:pt x="0" y="290095"/>
                </a:lnTo>
                <a:close/>
              </a:path>
            </a:pathLst>
          </a:custGeom>
          <a:scene3d>
            <a:camera prst="orthographicFront"/>
            <a:lightRig rig="threePt" dir="t"/>
          </a:scene3d>
          <a:sp3d>
            <a:bevelT/>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5926" tIns="145926" rIns="145926" bIns="145926" numCol="1" spcCol="1270" anchor="t" anchorCtr="0">
            <a:noAutofit/>
          </a:bodyPr>
          <a:lstStyle/>
          <a:p>
            <a:pPr lvl="0" defTabSz="711200">
              <a:spcBef>
                <a:spcPct val="0"/>
              </a:spcBef>
              <a:spcAft>
                <a:spcPct val="35000"/>
              </a:spcAft>
            </a:pPr>
            <a:r>
              <a:rPr lang="en-IN" sz="2400" dirty="0">
                <a:latin typeface="Times New Roman" panose="02020603050405020304" pitchFamily="18" charset="0"/>
                <a:cs typeface="Times New Roman" panose="02020603050405020304" pitchFamily="18" charset="0"/>
              </a:rPr>
              <a:t>CAD</a:t>
            </a:r>
            <a:r>
              <a:rPr lang="en-IN" sz="16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Modelling</a:t>
            </a:r>
          </a:p>
        </p:txBody>
      </p:sp>
      <p:sp>
        <p:nvSpPr>
          <p:cNvPr id="11" name="Freeform: Shape 10">
            <a:extLst>
              <a:ext uri="{FF2B5EF4-FFF2-40B4-BE49-F238E27FC236}">
                <a16:creationId xmlns:a16="http://schemas.microsoft.com/office/drawing/2014/main" id="{22F15B88-BB82-67B6-5CBF-1E219CA7B518}"/>
              </a:ext>
            </a:extLst>
          </p:cNvPr>
          <p:cNvSpPr/>
          <p:nvPr/>
        </p:nvSpPr>
        <p:spPr>
          <a:xfrm>
            <a:off x="5761721" y="3897458"/>
            <a:ext cx="1948405" cy="1740535"/>
          </a:xfrm>
          <a:custGeom>
            <a:avLst/>
            <a:gdLst>
              <a:gd name="connsiteX0" fmla="*/ 0 w 1948405"/>
              <a:gd name="connsiteY0" fmla="*/ 290095 h 1740535"/>
              <a:gd name="connsiteX1" fmla="*/ 290095 w 1948405"/>
              <a:gd name="connsiteY1" fmla="*/ 0 h 1740535"/>
              <a:gd name="connsiteX2" fmla="*/ 1658310 w 1948405"/>
              <a:gd name="connsiteY2" fmla="*/ 0 h 1740535"/>
              <a:gd name="connsiteX3" fmla="*/ 1948405 w 1948405"/>
              <a:gd name="connsiteY3" fmla="*/ 290095 h 1740535"/>
              <a:gd name="connsiteX4" fmla="*/ 1948405 w 1948405"/>
              <a:gd name="connsiteY4" fmla="*/ 1450440 h 1740535"/>
              <a:gd name="connsiteX5" fmla="*/ 1658310 w 1948405"/>
              <a:gd name="connsiteY5" fmla="*/ 1740535 h 1740535"/>
              <a:gd name="connsiteX6" fmla="*/ 290095 w 1948405"/>
              <a:gd name="connsiteY6" fmla="*/ 1740535 h 1740535"/>
              <a:gd name="connsiteX7" fmla="*/ 0 w 1948405"/>
              <a:gd name="connsiteY7" fmla="*/ 1450440 h 1740535"/>
              <a:gd name="connsiteX8" fmla="*/ 0 w 1948405"/>
              <a:gd name="connsiteY8" fmla="*/ 290095 h 1740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8405" h="1740535">
                <a:moveTo>
                  <a:pt x="0" y="290095"/>
                </a:moveTo>
                <a:cubicBezTo>
                  <a:pt x="0" y="129880"/>
                  <a:pt x="129880" y="0"/>
                  <a:pt x="290095" y="0"/>
                </a:cubicBezTo>
                <a:lnTo>
                  <a:pt x="1658310" y="0"/>
                </a:lnTo>
                <a:cubicBezTo>
                  <a:pt x="1818525" y="0"/>
                  <a:pt x="1948405" y="129880"/>
                  <a:pt x="1948405" y="290095"/>
                </a:cubicBezTo>
                <a:lnTo>
                  <a:pt x="1948405" y="1450440"/>
                </a:lnTo>
                <a:cubicBezTo>
                  <a:pt x="1948405" y="1610655"/>
                  <a:pt x="1818525" y="1740535"/>
                  <a:pt x="1658310" y="1740535"/>
                </a:cubicBezTo>
                <a:lnTo>
                  <a:pt x="290095" y="1740535"/>
                </a:lnTo>
                <a:cubicBezTo>
                  <a:pt x="129880" y="1740535"/>
                  <a:pt x="0" y="1610655"/>
                  <a:pt x="0" y="1450440"/>
                </a:cubicBezTo>
                <a:lnTo>
                  <a:pt x="0" y="290095"/>
                </a:lnTo>
                <a:close/>
              </a:path>
            </a:pathLst>
          </a:custGeom>
          <a:scene3d>
            <a:camera prst="orthographicFront"/>
            <a:lightRig rig="threePt" dir="t"/>
          </a:scene3d>
          <a:sp3d>
            <a:bevelT/>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5926" tIns="145926" rIns="145926" bIns="145926" numCol="1" spcCol="1270" anchor="t" anchorCtr="0">
            <a:noAutofit/>
          </a:bodyPr>
          <a:lstStyle/>
          <a:p>
            <a:r>
              <a:rPr lang="en-IN" sz="2400" dirty="0">
                <a:latin typeface="Times New Roman" panose="02020603050405020304" pitchFamily="18" charset="0"/>
                <a:cs typeface="Times New Roman" panose="02020603050405020304" pitchFamily="18" charset="0"/>
              </a:rPr>
              <a:t>Analysis &amp; Validation</a:t>
            </a:r>
          </a:p>
        </p:txBody>
      </p:sp>
      <p:sp>
        <p:nvSpPr>
          <p:cNvPr id="12" name="Freeform: Shape 11">
            <a:extLst>
              <a:ext uri="{FF2B5EF4-FFF2-40B4-BE49-F238E27FC236}">
                <a16:creationId xmlns:a16="http://schemas.microsoft.com/office/drawing/2014/main" id="{7D1D6777-CC7B-0634-A00A-F80CAF1A02BC}"/>
              </a:ext>
            </a:extLst>
          </p:cNvPr>
          <p:cNvSpPr/>
          <p:nvPr/>
        </p:nvSpPr>
        <p:spPr>
          <a:xfrm>
            <a:off x="8661554" y="3883984"/>
            <a:ext cx="1948405" cy="1740535"/>
          </a:xfrm>
          <a:custGeom>
            <a:avLst/>
            <a:gdLst>
              <a:gd name="connsiteX0" fmla="*/ 0 w 1948405"/>
              <a:gd name="connsiteY0" fmla="*/ 290095 h 1740535"/>
              <a:gd name="connsiteX1" fmla="*/ 290095 w 1948405"/>
              <a:gd name="connsiteY1" fmla="*/ 0 h 1740535"/>
              <a:gd name="connsiteX2" fmla="*/ 1658310 w 1948405"/>
              <a:gd name="connsiteY2" fmla="*/ 0 h 1740535"/>
              <a:gd name="connsiteX3" fmla="*/ 1948405 w 1948405"/>
              <a:gd name="connsiteY3" fmla="*/ 290095 h 1740535"/>
              <a:gd name="connsiteX4" fmla="*/ 1948405 w 1948405"/>
              <a:gd name="connsiteY4" fmla="*/ 1450440 h 1740535"/>
              <a:gd name="connsiteX5" fmla="*/ 1658310 w 1948405"/>
              <a:gd name="connsiteY5" fmla="*/ 1740535 h 1740535"/>
              <a:gd name="connsiteX6" fmla="*/ 290095 w 1948405"/>
              <a:gd name="connsiteY6" fmla="*/ 1740535 h 1740535"/>
              <a:gd name="connsiteX7" fmla="*/ 0 w 1948405"/>
              <a:gd name="connsiteY7" fmla="*/ 1450440 h 1740535"/>
              <a:gd name="connsiteX8" fmla="*/ 0 w 1948405"/>
              <a:gd name="connsiteY8" fmla="*/ 290095 h 1740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8405" h="1740535">
                <a:moveTo>
                  <a:pt x="0" y="290095"/>
                </a:moveTo>
                <a:cubicBezTo>
                  <a:pt x="0" y="129880"/>
                  <a:pt x="129880" y="0"/>
                  <a:pt x="290095" y="0"/>
                </a:cubicBezTo>
                <a:lnTo>
                  <a:pt x="1658310" y="0"/>
                </a:lnTo>
                <a:cubicBezTo>
                  <a:pt x="1818525" y="0"/>
                  <a:pt x="1948405" y="129880"/>
                  <a:pt x="1948405" y="290095"/>
                </a:cubicBezTo>
                <a:lnTo>
                  <a:pt x="1948405" y="1450440"/>
                </a:lnTo>
                <a:cubicBezTo>
                  <a:pt x="1948405" y="1610655"/>
                  <a:pt x="1818525" y="1740535"/>
                  <a:pt x="1658310" y="1740535"/>
                </a:cubicBezTo>
                <a:lnTo>
                  <a:pt x="290095" y="1740535"/>
                </a:lnTo>
                <a:cubicBezTo>
                  <a:pt x="129880" y="1740535"/>
                  <a:pt x="0" y="1610655"/>
                  <a:pt x="0" y="1450440"/>
                </a:cubicBezTo>
                <a:lnTo>
                  <a:pt x="0" y="290095"/>
                </a:lnTo>
                <a:close/>
              </a:path>
            </a:pathLst>
          </a:custGeom>
          <a:scene3d>
            <a:camera prst="orthographicFront"/>
            <a:lightRig rig="threePt" dir="t"/>
          </a:scene3d>
          <a:sp3d>
            <a:bevelT/>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5926" tIns="145926" rIns="145926" bIns="145926" numCol="1" spcCol="1270" anchor="t" anchorCtr="0">
            <a:noAutofit/>
          </a:bodyPr>
          <a:lstStyle/>
          <a:p>
            <a:pPr lvl="0" defTabSz="711200">
              <a:spcBef>
                <a:spcPct val="0"/>
              </a:spcBef>
              <a:spcAft>
                <a:spcPct val="35000"/>
              </a:spcAft>
            </a:pPr>
            <a:r>
              <a:rPr lang="en-IN" sz="2400" dirty="0">
                <a:latin typeface="Times New Roman" panose="02020603050405020304" pitchFamily="18" charset="0"/>
                <a:cs typeface="Times New Roman" panose="02020603050405020304" pitchFamily="18" charset="0"/>
              </a:rPr>
              <a:t>Final Design Output</a:t>
            </a:r>
          </a:p>
        </p:txBody>
      </p:sp>
    </p:spTree>
    <p:extLst>
      <p:ext uri="{BB962C8B-B14F-4D97-AF65-F5344CB8AC3E}">
        <p14:creationId xmlns:p14="http://schemas.microsoft.com/office/powerpoint/2010/main" val="1777744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0-#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0-#ppt_w/2"/>
                                          </p:val>
                                        </p:tav>
                                        <p:tav tm="100000">
                                          <p:val>
                                            <p:strVal val="#ppt_x"/>
                                          </p:val>
                                        </p:tav>
                                      </p:tavLst>
                                    </p:anim>
                                    <p:anim calcmode="lin" valueType="num">
                                      <p:cBhvr additive="base">
                                        <p:cTn id="32"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0-#ppt_w/2"/>
                                          </p:val>
                                        </p:tav>
                                        <p:tav tm="100000">
                                          <p:val>
                                            <p:strVal val="#ppt_x"/>
                                          </p:val>
                                        </p:tav>
                                      </p:tavLst>
                                    </p:anim>
                                    <p:anim calcmode="lin" valueType="num">
                                      <p:cBhvr additive="base">
                                        <p:cTn id="3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0-#ppt_w/2"/>
                                          </p:val>
                                        </p:tav>
                                        <p:tav tm="100000">
                                          <p:val>
                                            <p:strVal val="#ppt_x"/>
                                          </p:val>
                                        </p:tav>
                                      </p:tavLst>
                                    </p:anim>
                                    <p:anim calcmode="lin" valueType="num">
                                      <p:cBhvr additive="base">
                                        <p:cTn id="4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0-#ppt_w/2"/>
                                          </p:val>
                                        </p:tav>
                                        <p:tav tm="100000">
                                          <p:val>
                                            <p:strVal val="#ppt_x"/>
                                          </p:val>
                                        </p:tav>
                                      </p:tavLst>
                                    </p:anim>
                                    <p:anim calcmode="lin" valueType="num">
                                      <p:cBhvr additive="base">
                                        <p:cTn id="50"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0-#ppt_w/2"/>
                                          </p:val>
                                        </p:tav>
                                        <p:tav tm="100000">
                                          <p:val>
                                            <p:strVal val="#ppt_x"/>
                                          </p:val>
                                        </p:tav>
                                      </p:tavLst>
                                    </p:anim>
                                    <p:anim calcmode="lin" valueType="num">
                                      <p:cBhvr additive="base">
                                        <p:cTn id="56"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18"/>
                                        </p:tgtEl>
                                        <p:attrNameLst>
                                          <p:attrName>style.visibility</p:attrName>
                                        </p:attrNameLst>
                                      </p:cBhvr>
                                      <p:to>
                                        <p:strVal val="visible"/>
                                      </p:to>
                                    </p:set>
                                    <p:anim calcmode="lin" valueType="num">
                                      <p:cBhvr additive="base">
                                        <p:cTn id="61" dur="500" fill="hold"/>
                                        <p:tgtEl>
                                          <p:spTgt spid="18"/>
                                        </p:tgtEl>
                                        <p:attrNameLst>
                                          <p:attrName>ppt_x</p:attrName>
                                        </p:attrNameLst>
                                      </p:cBhvr>
                                      <p:tavLst>
                                        <p:tav tm="0">
                                          <p:val>
                                            <p:strVal val="0-#ppt_w/2"/>
                                          </p:val>
                                        </p:tav>
                                        <p:tav tm="100000">
                                          <p:val>
                                            <p:strVal val="#ppt_x"/>
                                          </p:val>
                                        </p:tav>
                                      </p:tavLst>
                                    </p:anim>
                                    <p:anim calcmode="lin" valueType="num">
                                      <p:cBhvr additive="base">
                                        <p:cTn id="6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500" fill="hold"/>
                                        <p:tgtEl>
                                          <p:spTgt spid="19"/>
                                        </p:tgtEl>
                                        <p:attrNameLst>
                                          <p:attrName>ppt_x</p:attrName>
                                        </p:attrNameLst>
                                      </p:cBhvr>
                                      <p:tavLst>
                                        <p:tav tm="0">
                                          <p:val>
                                            <p:strVal val="0-#ppt_w/2"/>
                                          </p:val>
                                        </p:tav>
                                        <p:tav tm="100000">
                                          <p:val>
                                            <p:strVal val="#ppt_x"/>
                                          </p:val>
                                        </p:tav>
                                      </p:tavLst>
                                    </p:anim>
                                    <p:anim calcmode="lin" valueType="num">
                                      <p:cBhvr additive="base">
                                        <p:cTn id="68"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nodeType="clickEffect">
                                  <p:stCondLst>
                                    <p:cond delay="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73" dur="500" fill="hold"/>
                                        <p:tgtEl>
                                          <p:spTgt spid="21"/>
                                        </p:tgtEl>
                                        <p:attrNameLst>
                                          <p:attrName>ppt_x</p:attrName>
                                        </p:attrNameLst>
                                      </p:cBhvr>
                                      <p:tavLst>
                                        <p:tav tm="0">
                                          <p:val>
                                            <p:strVal val="0-#ppt_w/2"/>
                                          </p:val>
                                        </p:tav>
                                        <p:tav tm="100000">
                                          <p:val>
                                            <p:strVal val="#ppt_x"/>
                                          </p:val>
                                        </p:tav>
                                      </p:tavLst>
                                    </p:anim>
                                    <p:anim calcmode="lin" valueType="num">
                                      <p:cBhvr additive="base">
                                        <p:cTn id="74"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nodeType="clickEffect">
                                  <p:stCondLst>
                                    <p:cond delay="0"/>
                                  </p:stCondLst>
                                  <p:childTnLst>
                                    <p:set>
                                      <p:cBhvr>
                                        <p:cTn id="78" dur="1" fill="hold">
                                          <p:stCondLst>
                                            <p:cond delay="0"/>
                                          </p:stCondLst>
                                        </p:cTn>
                                        <p:tgtEl>
                                          <p:spTgt spid="22"/>
                                        </p:tgtEl>
                                        <p:attrNameLst>
                                          <p:attrName>style.visibility</p:attrName>
                                        </p:attrNameLst>
                                      </p:cBhvr>
                                      <p:to>
                                        <p:strVal val="visible"/>
                                      </p:to>
                                    </p:set>
                                    <p:anim calcmode="lin" valueType="num">
                                      <p:cBhvr additive="base">
                                        <p:cTn id="79" dur="500" fill="hold"/>
                                        <p:tgtEl>
                                          <p:spTgt spid="22"/>
                                        </p:tgtEl>
                                        <p:attrNameLst>
                                          <p:attrName>ppt_x</p:attrName>
                                        </p:attrNameLst>
                                      </p:cBhvr>
                                      <p:tavLst>
                                        <p:tav tm="0">
                                          <p:val>
                                            <p:strVal val="0-#ppt_w/2"/>
                                          </p:val>
                                        </p:tav>
                                        <p:tav tm="100000">
                                          <p:val>
                                            <p:strVal val="#ppt_x"/>
                                          </p:val>
                                        </p:tav>
                                      </p:tavLst>
                                    </p:anim>
                                    <p:anim calcmode="lin" valueType="num">
                                      <p:cBhvr additive="base">
                                        <p:cTn id="80"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nodeType="clickEffect">
                                  <p:stCondLst>
                                    <p:cond delay="0"/>
                                  </p:stCondLst>
                                  <p:childTnLst>
                                    <p:set>
                                      <p:cBhvr>
                                        <p:cTn id="84" dur="1" fill="hold">
                                          <p:stCondLst>
                                            <p:cond delay="0"/>
                                          </p:stCondLst>
                                        </p:cTn>
                                        <p:tgtEl>
                                          <p:spTgt spid="23"/>
                                        </p:tgtEl>
                                        <p:attrNameLst>
                                          <p:attrName>style.visibility</p:attrName>
                                        </p:attrNameLst>
                                      </p:cBhvr>
                                      <p:to>
                                        <p:strVal val="visible"/>
                                      </p:to>
                                    </p:set>
                                    <p:anim calcmode="lin" valueType="num">
                                      <p:cBhvr additive="base">
                                        <p:cTn id="85" dur="500" fill="hold"/>
                                        <p:tgtEl>
                                          <p:spTgt spid="23"/>
                                        </p:tgtEl>
                                        <p:attrNameLst>
                                          <p:attrName>ppt_x</p:attrName>
                                        </p:attrNameLst>
                                      </p:cBhvr>
                                      <p:tavLst>
                                        <p:tav tm="0">
                                          <p:val>
                                            <p:strVal val="0-#ppt_w/2"/>
                                          </p:val>
                                        </p:tav>
                                        <p:tav tm="100000">
                                          <p:val>
                                            <p:strVal val="#ppt_x"/>
                                          </p:val>
                                        </p:tav>
                                      </p:tavLst>
                                    </p:anim>
                                    <p:anim calcmode="lin" valueType="num">
                                      <p:cBhvr additive="base">
                                        <p:cTn id="86"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B61A732F-BE01-44E2-957D-75E76816C3EB}"/>
              </a:ext>
            </a:extLst>
          </p:cNvPr>
          <p:cNvSpPr/>
          <p:nvPr/>
        </p:nvSpPr>
        <p:spPr>
          <a:xfrm>
            <a:off x="95864" y="5123123"/>
            <a:ext cx="2814414" cy="73430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9" name="Rectangle 38">
            <a:extLst>
              <a:ext uri="{FF2B5EF4-FFF2-40B4-BE49-F238E27FC236}">
                <a16:creationId xmlns:a16="http://schemas.microsoft.com/office/drawing/2014/main" id="{C0269140-D0B2-C4C1-4138-DC5A16AC209B}"/>
              </a:ext>
            </a:extLst>
          </p:cNvPr>
          <p:cNvSpPr/>
          <p:nvPr/>
        </p:nvSpPr>
        <p:spPr>
          <a:xfrm>
            <a:off x="1651819" y="4021394"/>
            <a:ext cx="973394" cy="35887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8" name="Rectangle 37">
            <a:extLst>
              <a:ext uri="{FF2B5EF4-FFF2-40B4-BE49-F238E27FC236}">
                <a16:creationId xmlns:a16="http://schemas.microsoft.com/office/drawing/2014/main" id="{32A129A3-88D0-F2E7-E787-DA81D1F04F49}"/>
              </a:ext>
            </a:extLst>
          </p:cNvPr>
          <p:cNvSpPr/>
          <p:nvPr/>
        </p:nvSpPr>
        <p:spPr>
          <a:xfrm>
            <a:off x="1533832" y="2493099"/>
            <a:ext cx="1091381" cy="34198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7" name="Rectangle 36">
            <a:extLst>
              <a:ext uri="{FF2B5EF4-FFF2-40B4-BE49-F238E27FC236}">
                <a16:creationId xmlns:a16="http://schemas.microsoft.com/office/drawing/2014/main" id="{AC1AC733-9665-82EF-F3AC-6393AF222321}"/>
              </a:ext>
            </a:extLst>
          </p:cNvPr>
          <p:cNvSpPr/>
          <p:nvPr/>
        </p:nvSpPr>
        <p:spPr>
          <a:xfrm>
            <a:off x="9547123" y="658761"/>
            <a:ext cx="2477729" cy="64632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6" name="Rectangle 35">
            <a:extLst>
              <a:ext uri="{FF2B5EF4-FFF2-40B4-BE49-F238E27FC236}">
                <a16:creationId xmlns:a16="http://schemas.microsoft.com/office/drawing/2014/main" id="{D747CACF-266D-5913-0782-FA520C1587A3}"/>
              </a:ext>
            </a:extLst>
          </p:cNvPr>
          <p:cNvSpPr/>
          <p:nvPr/>
        </p:nvSpPr>
        <p:spPr>
          <a:xfrm>
            <a:off x="9950245" y="2465750"/>
            <a:ext cx="1946787" cy="3693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4" name="Picture 3">
            <a:extLst>
              <a:ext uri="{FF2B5EF4-FFF2-40B4-BE49-F238E27FC236}">
                <a16:creationId xmlns:a16="http://schemas.microsoft.com/office/drawing/2014/main" id="{FB2A6BEA-75BF-96AF-C521-477FFEF732F2}"/>
              </a:ext>
            </a:extLst>
          </p:cNvPr>
          <p:cNvPicPr>
            <a:picLocks noChangeAspect="1"/>
          </p:cNvPicPr>
          <p:nvPr/>
        </p:nvPicPr>
        <p:blipFill>
          <a:blip r:embed="rId2">
            <a:extLst>
              <a:ext uri="{28A0092B-C50C-407E-A947-70E740481C1C}">
                <a14:useLocalDpi xmlns:a14="http://schemas.microsoft.com/office/drawing/2010/main" val="0"/>
              </a:ext>
            </a:extLst>
          </a:blip>
          <a:srcRect l="5426" t="4507" r="6060" b="2232"/>
          <a:stretch>
            <a:fillRect/>
          </a:stretch>
        </p:blipFill>
        <p:spPr>
          <a:xfrm rot="5400000">
            <a:off x="3026603" y="1332341"/>
            <a:ext cx="5937373" cy="4193317"/>
          </a:xfrm>
          <a:prstGeom prst="rect">
            <a:avLst/>
          </a:prstGeom>
        </p:spPr>
      </p:pic>
      <p:sp>
        <p:nvSpPr>
          <p:cNvPr id="9" name="TextBox 8">
            <a:extLst>
              <a:ext uri="{FF2B5EF4-FFF2-40B4-BE49-F238E27FC236}">
                <a16:creationId xmlns:a16="http://schemas.microsoft.com/office/drawing/2014/main" id="{09C776B0-69D4-EDC0-650B-C253CB701565}"/>
              </a:ext>
            </a:extLst>
          </p:cNvPr>
          <p:cNvSpPr txBox="1"/>
          <p:nvPr/>
        </p:nvSpPr>
        <p:spPr>
          <a:xfrm>
            <a:off x="9871587" y="2493099"/>
            <a:ext cx="1946787"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RELAY MODEL</a:t>
            </a:r>
          </a:p>
        </p:txBody>
      </p:sp>
      <p:cxnSp>
        <p:nvCxnSpPr>
          <p:cNvPr id="11" name="Straight Arrow Connector 10">
            <a:extLst>
              <a:ext uri="{FF2B5EF4-FFF2-40B4-BE49-F238E27FC236}">
                <a16:creationId xmlns:a16="http://schemas.microsoft.com/office/drawing/2014/main" id="{8CD07970-44AA-BF41-1D3B-04E9B462CB88}"/>
              </a:ext>
            </a:extLst>
          </p:cNvPr>
          <p:cNvCxnSpPr/>
          <p:nvPr/>
        </p:nvCxnSpPr>
        <p:spPr>
          <a:xfrm flipH="1">
            <a:off x="2300748" y="1415845"/>
            <a:ext cx="1848465" cy="106188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5" name="TextBox 14">
            <a:extLst>
              <a:ext uri="{FF2B5EF4-FFF2-40B4-BE49-F238E27FC236}">
                <a16:creationId xmlns:a16="http://schemas.microsoft.com/office/drawing/2014/main" id="{08173DCA-0AC9-574E-F4C5-A4582F94C5FF}"/>
              </a:ext>
            </a:extLst>
          </p:cNvPr>
          <p:cNvSpPr txBox="1"/>
          <p:nvPr/>
        </p:nvSpPr>
        <p:spPr>
          <a:xfrm>
            <a:off x="9547123" y="658761"/>
            <a:ext cx="2477729"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SOLAR MODEL FOR POWER SUPPLY</a:t>
            </a:r>
          </a:p>
        </p:txBody>
      </p:sp>
      <p:cxnSp>
        <p:nvCxnSpPr>
          <p:cNvPr id="17" name="Straight Arrow Connector 16">
            <a:extLst>
              <a:ext uri="{FF2B5EF4-FFF2-40B4-BE49-F238E27FC236}">
                <a16:creationId xmlns:a16="http://schemas.microsoft.com/office/drawing/2014/main" id="{15652D8F-7097-1F95-9FEB-764757363BE8}"/>
              </a:ext>
            </a:extLst>
          </p:cNvPr>
          <p:cNvCxnSpPr/>
          <p:nvPr/>
        </p:nvCxnSpPr>
        <p:spPr>
          <a:xfrm flipH="1">
            <a:off x="2556387" y="1415845"/>
            <a:ext cx="2458065" cy="2605549"/>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9" name="TextBox 18">
            <a:extLst>
              <a:ext uri="{FF2B5EF4-FFF2-40B4-BE49-F238E27FC236}">
                <a16:creationId xmlns:a16="http://schemas.microsoft.com/office/drawing/2014/main" id="{EFF48D0C-85FD-51C3-9CB0-4D94D1574373}"/>
              </a:ext>
            </a:extLst>
          </p:cNvPr>
          <p:cNvSpPr txBox="1"/>
          <p:nvPr/>
        </p:nvSpPr>
        <p:spPr>
          <a:xfrm>
            <a:off x="1651819" y="3983590"/>
            <a:ext cx="1553497"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BRUSH</a:t>
            </a:r>
          </a:p>
        </p:txBody>
      </p:sp>
      <p:sp>
        <p:nvSpPr>
          <p:cNvPr id="21" name="TextBox 20">
            <a:extLst>
              <a:ext uri="{FF2B5EF4-FFF2-40B4-BE49-F238E27FC236}">
                <a16:creationId xmlns:a16="http://schemas.microsoft.com/office/drawing/2014/main" id="{8F682772-DBF2-2C36-DE57-62E77C010AA2}"/>
              </a:ext>
            </a:extLst>
          </p:cNvPr>
          <p:cNvSpPr txBox="1"/>
          <p:nvPr/>
        </p:nvSpPr>
        <p:spPr>
          <a:xfrm>
            <a:off x="1533832" y="2465750"/>
            <a:ext cx="1219200"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MOTOR</a:t>
            </a:r>
          </a:p>
        </p:txBody>
      </p:sp>
      <p:cxnSp>
        <p:nvCxnSpPr>
          <p:cNvPr id="23" name="Straight Arrow Connector 22">
            <a:extLst>
              <a:ext uri="{FF2B5EF4-FFF2-40B4-BE49-F238E27FC236}">
                <a16:creationId xmlns:a16="http://schemas.microsoft.com/office/drawing/2014/main" id="{A06F5A05-5CBB-6354-DE17-7B174D31CF47}"/>
              </a:ext>
            </a:extLst>
          </p:cNvPr>
          <p:cNvCxnSpPr/>
          <p:nvPr/>
        </p:nvCxnSpPr>
        <p:spPr>
          <a:xfrm>
            <a:off x="7438242" y="5422490"/>
            <a:ext cx="199594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5" name="Rectangle 34">
            <a:extLst>
              <a:ext uri="{FF2B5EF4-FFF2-40B4-BE49-F238E27FC236}">
                <a16:creationId xmlns:a16="http://schemas.microsoft.com/office/drawing/2014/main" id="{C1A883BD-BF95-9C6C-F3BE-990114F8C041}"/>
              </a:ext>
            </a:extLst>
          </p:cNvPr>
          <p:cNvSpPr/>
          <p:nvPr/>
        </p:nvSpPr>
        <p:spPr>
          <a:xfrm>
            <a:off x="9488269" y="5135971"/>
            <a:ext cx="1781886" cy="52741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24" name="TextBox 23">
            <a:extLst>
              <a:ext uri="{FF2B5EF4-FFF2-40B4-BE49-F238E27FC236}">
                <a16:creationId xmlns:a16="http://schemas.microsoft.com/office/drawing/2014/main" id="{D0DD2F42-7EEF-8E99-421F-F9381073BEF1}"/>
              </a:ext>
            </a:extLst>
          </p:cNvPr>
          <p:cNvSpPr txBox="1"/>
          <p:nvPr/>
        </p:nvSpPr>
        <p:spPr>
          <a:xfrm>
            <a:off x="9488269" y="5227992"/>
            <a:ext cx="1995949"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SOLAR PANEL</a:t>
            </a:r>
          </a:p>
        </p:txBody>
      </p:sp>
      <p:sp>
        <p:nvSpPr>
          <p:cNvPr id="26" name="Rectangle: Rounded Corners 25">
            <a:extLst>
              <a:ext uri="{FF2B5EF4-FFF2-40B4-BE49-F238E27FC236}">
                <a16:creationId xmlns:a16="http://schemas.microsoft.com/office/drawing/2014/main" id="{BC4108B1-9B32-2227-77B1-C4DA4B7EC3DF}"/>
              </a:ext>
            </a:extLst>
          </p:cNvPr>
          <p:cNvSpPr/>
          <p:nvPr/>
        </p:nvSpPr>
        <p:spPr>
          <a:xfrm>
            <a:off x="307257" y="137650"/>
            <a:ext cx="2934930" cy="757085"/>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solidFill>
                <a:schemeClr val="tx1"/>
              </a:solidFill>
            </a:endParaRPr>
          </a:p>
        </p:txBody>
      </p:sp>
      <p:sp>
        <p:nvSpPr>
          <p:cNvPr id="27" name="TextBox 26">
            <a:extLst>
              <a:ext uri="{FF2B5EF4-FFF2-40B4-BE49-F238E27FC236}">
                <a16:creationId xmlns:a16="http://schemas.microsoft.com/office/drawing/2014/main" id="{89742AD8-A93B-2C04-852E-37844BFEDCD8}"/>
              </a:ext>
            </a:extLst>
          </p:cNvPr>
          <p:cNvSpPr txBox="1"/>
          <p:nvPr/>
        </p:nvSpPr>
        <p:spPr>
          <a:xfrm>
            <a:off x="289536" y="133705"/>
            <a:ext cx="2881507"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3D DESIGN</a:t>
            </a:r>
          </a:p>
        </p:txBody>
      </p:sp>
      <p:cxnSp>
        <p:nvCxnSpPr>
          <p:cNvPr id="29" name="Straight Arrow Connector 28">
            <a:extLst>
              <a:ext uri="{FF2B5EF4-FFF2-40B4-BE49-F238E27FC236}">
                <a16:creationId xmlns:a16="http://schemas.microsoft.com/office/drawing/2014/main" id="{A8C9500E-647C-154D-04AD-886461542A3D}"/>
              </a:ext>
            </a:extLst>
          </p:cNvPr>
          <p:cNvCxnSpPr>
            <a:cxnSpLocks/>
          </p:cNvCxnSpPr>
          <p:nvPr/>
        </p:nvCxnSpPr>
        <p:spPr>
          <a:xfrm flipH="1">
            <a:off x="2964356" y="5211097"/>
            <a:ext cx="1597812" cy="1689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0" name="TextBox 29">
            <a:extLst>
              <a:ext uri="{FF2B5EF4-FFF2-40B4-BE49-F238E27FC236}">
                <a16:creationId xmlns:a16="http://schemas.microsoft.com/office/drawing/2014/main" id="{757EBC08-E65D-B8B9-9A05-4929CB308349}"/>
              </a:ext>
            </a:extLst>
          </p:cNvPr>
          <p:cNvSpPr txBox="1"/>
          <p:nvPr/>
        </p:nvSpPr>
        <p:spPr>
          <a:xfrm>
            <a:off x="66367" y="5211097"/>
            <a:ext cx="2934930"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CLEANING PLATFROM FOR SOLAR PANEL</a:t>
            </a:r>
          </a:p>
        </p:txBody>
      </p:sp>
      <p:cxnSp>
        <p:nvCxnSpPr>
          <p:cNvPr id="32" name="Straight Arrow Connector 31">
            <a:extLst>
              <a:ext uri="{FF2B5EF4-FFF2-40B4-BE49-F238E27FC236}">
                <a16:creationId xmlns:a16="http://schemas.microsoft.com/office/drawing/2014/main" id="{3F1AAD09-BC63-EDA5-DF54-C8AAC51CD7EE}"/>
              </a:ext>
            </a:extLst>
          </p:cNvPr>
          <p:cNvCxnSpPr>
            <a:cxnSpLocks/>
          </p:cNvCxnSpPr>
          <p:nvPr/>
        </p:nvCxnSpPr>
        <p:spPr>
          <a:xfrm>
            <a:off x="7772541" y="1650263"/>
            <a:ext cx="1917290" cy="230576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34" name="Rectangle 33">
            <a:extLst>
              <a:ext uri="{FF2B5EF4-FFF2-40B4-BE49-F238E27FC236}">
                <a16:creationId xmlns:a16="http://schemas.microsoft.com/office/drawing/2014/main" id="{AA31F6DB-B1DD-240C-937A-98440EDDDDC0}"/>
              </a:ext>
            </a:extLst>
          </p:cNvPr>
          <p:cNvSpPr/>
          <p:nvPr/>
        </p:nvSpPr>
        <p:spPr>
          <a:xfrm>
            <a:off x="9237547" y="4021394"/>
            <a:ext cx="2802193" cy="6463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33" name="TextBox 32">
            <a:extLst>
              <a:ext uri="{FF2B5EF4-FFF2-40B4-BE49-F238E27FC236}">
                <a16:creationId xmlns:a16="http://schemas.microsoft.com/office/drawing/2014/main" id="{DFAF67AD-BDB1-F8DD-0403-96A7D565863A}"/>
              </a:ext>
            </a:extLst>
          </p:cNvPr>
          <p:cNvSpPr txBox="1"/>
          <p:nvPr/>
        </p:nvSpPr>
        <p:spPr>
          <a:xfrm>
            <a:off x="9237547" y="4030776"/>
            <a:ext cx="2802193"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ROTATING SYSTEM OF CLEANING SYSTEM</a:t>
            </a:r>
          </a:p>
        </p:txBody>
      </p:sp>
      <p:cxnSp>
        <p:nvCxnSpPr>
          <p:cNvPr id="5" name="Straight Arrow Connector 4">
            <a:extLst>
              <a:ext uri="{FF2B5EF4-FFF2-40B4-BE49-F238E27FC236}">
                <a16:creationId xmlns:a16="http://schemas.microsoft.com/office/drawing/2014/main" id="{993D59D7-E77A-6EEA-45E2-C2BC02D8AC1E}"/>
              </a:ext>
            </a:extLst>
          </p:cNvPr>
          <p:cNvCxnSpPr>
            <a:cxnSpLocks/>
          </p:cNvCxnSpPr>
          <p:nvPr/>
        </p:nvCxnSpPr>
        <p:spPr>
          <a:xfrm>
            <a:off x="7878167" y="1427824"/>
            <a:ext cx="2013085" cy="106527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 name="Straight Arrow Connector 9">
            <a:extLst>
              <a:ext uri="{FF2B5EF4-FFF2-40B4-BE49-F238E27FC236}">
                <a16:creationId xmlns:a16="http://schemas.microsoft.com/office/drawing/2014/main" id="{F8B1F652-A3D6-703E-73CC-932191A509B4}"/>
              </a:ext>
            </a:extLst>
          </p:cNvPr>
          <p:cNvCxnSpPr/>
          <p:nvPr/>
        </p:nvCxnSpPr>
        <p:spPr>
          <a:xfrm>
            <a:off x="6548284" y="766916"/>
            <a:ext cx="2885907"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4858592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BF96F7-A11F-CD0C-93CB-597160A12A43}"/>
              </a:ext>
            </a:extLst>
          </p:cNvPr>
          <p:cNvSpPr>
            <a:spLocks noGrp="1"/>
          </p:cNvSpPr>
          <p:nvPr>
            <p:ph idx="1"/>
          </p:nvPr>
        </p:nvSpPr>
        <p:spPr>
          <a:xfrm>
            <a:off x="258096" y="635922"/>
            <a:ext cx="10515600" cy="5912362"/>
          </a:xfrm>
        </p:spPr>
        <p:txBody>
          <a:bodyPr>
            <a:normAutofit fontScale="92500" lnSpcReduction="20000"/>
          </a:bodyPr>
          <a:lstStyle/>
          <a:p>
            <a:pPr lvl="0"/>
            <a:endParaRPr lang="en-IN" sz="2400" dirty="0">
              <a:latin typeface="Times New Roman" panose="02020603050405020304" pitchFamily="18" charset="0"/>
              <a:cs typeface="Times New Roman" panose="02020603050405020304" pitchFamily="18" charset="0"/>
            </a:endParaRPr>
          </a:p>
          <a:p>
            <a:pPr lvl="0"/>
            <a:endParaRPr lang="en-IN" sz="2400" dirty="0">
              <a:latin typeface="Times New Roman" panose="02020603050405020304" pitchFamily="18" charset="0"/>
              <a:cs typeface="Times New Roman" panose="02020603050405020304" pitchFamily="18" charset="0"/>
            </a:endParaRPr>
          </a:p>
          <a:p>
            <a:pPr lvl="0"/>
            <a:endParaRPr lang="en-IN"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Turn electrical devices ON/OFF </a:t>
            </a:r>
          </a:p>
          <a:p>
            <a:pPr lvl="0"/>
            <a:r>
              <a:rPr lang="en-IN" sz="2400" dirty="0">
                <a:latin typeface="Times New Roman" panose="02020603050405020304" pitchFamily="18" charset="0"/>
                <a:cs typeface="Times New Roman" panose="02020603050405020304" pitchFamily="18" charset="0"/>
              </a:rPr>
              <a:t> Control high-power devices using a low-power signal </a:t>
            </a:r>
          </a:p>
          <a:p>
            <a:pPr lvl="0"/>
            <a:r>
              <a:rPr lang="en-IN" sz="2400" dirty="0">
                <a:latin typeface="Times New Roman" panose="02020603050405020304" pitchFamily="18" charset="0"/>
                <a:cs typeface="Times New Roman" panose="02020603050405020304" pitchFamily="18" charset="0"/>
              </a:rPr>
              <a:t> Provide electrical isolation between control and power circuits </a:t>
            </a:r>
          </a:p>
          <a:p>
            <a:pPr lvl="0"/>
            <a:r>
              <a:rPr lang="en-IN" sz="2400" dirty="0">
                <a:latin typeface="Times New Roman" panose="02020603050405020304" pitchFamily="18" charset="0"/>
                <a:cs typeface="Times New Roman" panose="02020603050405020304" pitchFamily="18" charset="0"/>
              </a:rPr>
              <a:t> Work automatically with sensors and programmed systems </a:t>
            </a:r>
          </a:p>
          <a:p>
            <a:pPr lvl="0"/>
            <a:r>
              <a:rPr lang="en-IN" sz="2400" dirty="0">
                <a:latin typeface="Times New Roman" panose="02020603050405020304" pitchFamily="18" charset="0"/>
                <a:cs typeface="Times New Roman" panose="02020603050405020304" pitchFamily="18" charset="0"/>
              </a:rPr>
              <a:t> Control devices such as motors, pumps, lights, and other electrical equipment </a:t>
            </a:r>
          </a:p>
          <a:p>
            <a:pPr marL="0" indent="0">
              <a:buNone/>
            </a:pPr>
            <a:endParaRPr lang="en-IN" dirty="0"/>
          </a:p>
          <a:p>
            <a:pPr marL="0" indent="0">
              <a:buNone/>
            </a:pPr>
            <a:endParaRPr lang="en-IN" dirty="0"/>
          </a:p>
          <a:p>
            <a:pPr marL="0" indent="0">
              <a:buNone/>
            </a:pPr>
            <a:endParaRPr lang="en-IN" dirty="0"/>
          </a:p>
          <a:p>
            <a:pPr lvl="0"/>
            <a:r>
              <a:rPr lang="en-IN" sz="2400" dirty="0">
                <a:latin typeface="Times New Roman" panose="02020603050405020304" pitchFamily="18" charset="0"/>
                <a:cs typeface="Times New Roman" panose="02020603050405020304" pitchFamily="18" charset="0"/>
              </a:rPr>
              <a:t> Capture photos</a:t>
            </a:r>
          </a:p>
          <a:p>
            <a:pPr lvl="0"/>
            <a:r>
              <a:rPr lang="en-IN" sz="2400" dirty="0">
                <a:latin typeface="Times New Roman" panose="02020603050405020304" pitchFamily="18" charset="0"/>
                <a:cs typeface="Times New Roman" panose="02020603050405020304" pitchFamily="18" charset="0"/>
              </a:rPr>
              <a:t> Stream live video over Wi-Fi</a:t>
            </a:r>
          </a:p>
          <a:p>
            <a:pPr lvl="0"/>
            <a:r>
              <a:rPr lang="en-IN" sz="2400" dirty="0">
                <a:latin typeface="Times New Roman" panose="02020603050405020304" pitchFamily="18" charset="0"/>
                <a:cs typeface="Times New Roman" panose="02020603050405020304" pitchFamily="18" charset="0"/>
              </a:rPr>
              <a:t> Detect/monitor objects (with programming)</a:t>
            </a:r>
          </a:p>
          <a:p>
            <a:pPr lvl="0"/>
            <a:r>
              <a:rPr lang="en-IN" sz="2400" dirty="0">
                <a:latin typeface="Times New Roman" panose="02020603050405020304" pitchFamily="18" charset="0"/>
                <a:cs typeface="Times New Roman" panose="02020603050405020304" pitchFamily="18" charset="0"/>
              </a:rPr>
              <a:t> Send images and data through Wi-Fi</a:t>
            </a:r>
          </a:p>
          <a:p>
            <a:pPr lvl="0"/>
            <a:r>
              <a:rPr lang="en-IN" sz="2400" dirty="0">
                <a:latin typeface="Times New Roman" panose="02020603050405020304" pitchFamily="18" charset="0"/>
                <a:cs typeface="Times New Roman" panose="02020603050405020304" pitchFamily="18" charset="0"/>
              </a:rPr>
              <a:t> Work with sensors and automation systems</a:t>
            </a:r>
          </a:p>
          <a:p>
            <a:pPr marL="0" indent="0">
              <a:buNone/>
            </a:pPr>
            <a:endParaRPr lang="en-IN" dirty="0"/>
          </a:p>
        </p:txBody>
      </p:sp>
      <p:pic>
        <p:nvPicPr>
          <p:cNvPr id="4" name="Picture 3">
            <a:extLst>
              <a:ext uri="{FF2B5EF4-FFF2-40B4-BE49-F238E27FC236}">
                <a16:creationId xmlns:a16="http://schemas.microsoft.com/office/drawing/2014/main" id="{9A251AE3-F1D5-C7D9-8C81-3E219B1BD5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0402" y="914598"/>
            <a:ext cx="2575012" cy="176310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7">
            <a:extLst>
              <a:ext uri="{FF2B5EF4-FFF2-40B4-BE49-F238E27FC236}">
                <a16:creationId xmlns:a16="http://schemas.microsoft.com/office/drawing/2014/main" id="{A832A335-A0D8-9EE2-F324-2AF6E37635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0401" y="4180296"/>
            <a:ext cx="2575011" cy="2148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Rectangle: Rounded Corners 9">
            <a:extLst>
              <a:ext uri="{FF2B5EF4-FFF2-40B4-BE49-F238E27FC236}">
                <a16:creationId xmlns:a16="http://schemas.microsoft.com/office/drawing/2014/main" id="{2883A698-361F-E30F-4BEC-4F6E1862499C}"/>
              </a:ext>
            </a:extLst>
          </p:cNvPr>
          <p:cNvSpPr/>
          <p:nvPr/>
        </p:nvSpPr>
        <p:spPr>
          <a:xfrm>
            <a:off x="307255" y="137650"/>
            <a:ext cx="7891430" cy="776948"/>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IN">
              <a:solidFill>
                <a:schemeClr val="tx1"/>
              </a:solidFill>
            </a:endParaRPr>
          </a:p>
        </p:txBody>
      </p:sp>
      <p:sp>
        <p:nvSpPr>
          <p:cNvPr id="14" name="TextBox 13">
            <a:extLst>
              <a:ext uri="{FF2B5EF4-FFF2-40B4-BE49-F238E27FC236}">
                <a16:creationId xmlns:a16="http://schemas.microsoft.com/office/drawing/2014/main" id="{18147031-2325-1059-657B-7A3C608665A3}"/>
              </a:ext>
            </a:extLst>
          </p:cNvPr>
          <p:cNvSpPr txBox="1"/>
          <p:nvPr/>
        </p:nvSpPr>
        <p:spPr>
          <a:xfrm>
            <a:off x="258095" y="137650"/>
            <a:ext cx="7788625"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FUNCTIONS OF COMPONENTS</a:t>
            </a:r>
          </a:p>
        </p:txBody>
      </p:sp>
      <p:sp>
        <p:nvSpPr>
          <p:cNvPr id="2" name="Title 1">
            <a:extLst>
              <a:ext uri="{FF2B5EF4-FFF2-40B4-BE49-F238E27FC236}">
                <a16:creationId xmlns:a16="http://schemas.microsoft.com/office/drawing/2014/main" id="{350AFAFB-67BC-2478-9C96-FCE2D098B516}"/>
              </a:ext>
            </a:extLst>
          </p:cNvPr>
          <p:cNvSpPr>
            <a:spLocks noGrp="1"/>
          </p:cNvSpPr>
          <p:nvPr>
            <p:ph type="title"/>
          </p:nvPr>
        </p:nvSpPr>
        <p:spPr>
          <a:xfrm>
            <a:off x="258095" y="1071652"/>
            <a:ext cx="2872826" cy="717985"/>
          </a:xfrm>
        </p:spPr>
        <p:txBody>
          <a:bodyPr>
            <a:normAutofit/>
          </a:bodyPr>
          <a:lstStyle/>
          <a:p>
            <a:r>
              <a:rPr lang="en-US" sz="2400" b="1" u="sng" dirty="0">
                <a:latin typeface="Times New Roman" panose="02020603050405020304" pitchFamily="18" charset="0"/>
                <a:cs typeface="Times New Roman" panose="02020603050405020304" pitchFamily="18" charset="0"/>
              </a:rPr>
              <a:t>RELAY MODEL</a:t>
            </a:r>
            <a:endParaRPr lang="en-IN" sz="2400" u="sng"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E3AB9653-F564-C234-E3D7-615133A85450}"/>
              </a:ext>
            </a:extLst>
          </p:cNvPr>
          <p:cNvSpPr txBox="1">
            <a:spLocks/>
          </p:cNvSpPr>
          <p:nvPr/>
        </p:nvSpPr>
        <p:spPr>
          <a:xfrm>
            <a:off x="258094" y="4065206"/>
            <a:ext cx="3287745" cy="7179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u="sng" dirty="0">
                <a:latin typeface="Times New Roman" panose="02020603050405020304" pitchFamily="18" charset="0"/>
                <a:cs typeface="Times New Roman" panose="02020603050405020304" pitchFamily="18" charset="0"/>
              </a:rPr>
              <a:t>CAMERA SENSOR</a:t>
            </a:r>
            <a:endParaRPr lang="en-IN" sz="2400"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29432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080491-2720-1BEF-C362-1D2018E125C1}"/>
              </a:ext>
            </a:extLst>
          </p:cNvPr>
          <p:cNvSpPr>
            <a:spLocks noGrp="1"/>
          </p:cNvSpPr>
          <p:nvPr>
            <p:ph idx="1"/>
          </p:nvPr>
        </p:nvSpPr>
        <p:spPr>
          <a:xfrm>
            <a:off x="208936" y="242631"/>
            <a:ext cx="10515600" cy="6615369"/>
          </a:xfrm>
        </p:spPr>
        <p:txBody>
          <a:bodyPr>
            <a:normAutofit fontScale="92500" lnSpcReduction="20000"/>
          </a:bodyPr>
          <a:lstStyle/>
          <a:p>
            <a:pPr lvl="0"/>
            <a:endParaRPr lang="en-IN" sz="2400" dirty="0">
              <a:latin typeface="Times New Roman" panose="02020603050405020304" pitchFamily="18" charset="0"/>
              <a:cs typeface="Times New Roman" panose="02020603050405020304" pitchFamily="18" charset="0"/>
            </a:endParaRPr>
          </a:p>
          <a:p>
            <a:pPr marL="0" indent="0">
              <a:buNone/>
            </a:pPr>
            <a:endParaRPr lang="en-US" sz="2400" b="1" u="sng" dirty="0">
              <a:latin typeface="Times New Roman" panose="02020603050405020304" pitchFamily="18" charset="0"/>
              <a:cs typeface="Times New Roman" panose="02020603050405020304" pitchFamily="18" charset="0"/>
            </a:endParaRPr>
          </a:p>
          <a:p>
            <a:pPr marL="0" indent="0">
              <a:buNone/>
            </a:pPr>
            <a:endParaRPr lang="en-US" sz="2400" b="1" u="sng" dirty="0">
              <a:latin typeface="Times New Roman" panose="02020603050405020304" pitchFamily="18" charset="0"/>
              <a:cs typeface="Times New Roman" panose="02020603050405020304" pitchFamily="18" charset="0"/>
            </a:endParaRPr>
          </a:p>
          <a:p>
            <a:pPr marL="0" indent="0">
              <a:buNone/>
            </a:pPr>
            <a:r>
              <a:rPr lang="en-US" sz="2400" b="1" u="sng" dirty="0">
                <a:latin typeface="Times New Roman" panose="02020603050405020304" pitchFamily="18" charset="0"/>
                <a:cs typeface="Times New Roman" panose="02020603050405020304" pitchFamily="18" charset="0"/>
              </a:rPr>
              <a:t>SOLAR MODEL FOR POWER SUPPLY</a:t>
            </a:r>
            <a:endParaRPr lang="en-IN" sz="2400" u="sng"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 Convert sunlight into electrical energy </a:t>
            </a:r>
          </a:p>
          <a:p>
            <a:pPr lvl="0"/>
            <a:r>
              <a:rPr lang="en-IN" sz="2400" dirty="0">
                <a:latin typeface="Times New Roman" panose="02020603050405020304" pitchFamily="18" charset="0"/>
                <a:cs typeface="Times New Roman" panose="02020603050405020304" pitchFamily="18" charset="0"/>
              </a:rPr>
              <a:t> Supply electrical power to the system </a:t>
            </a:r>
          </a:p>
          <a:p>
            <a:pPr lvl="0"/>
            <a:r>
              <a:rPr lang="en-IN" sz="2400" dirty="0">
                <a:latin typeface="Times New Roman" panose="02020603050405020304" pitchFamily="18" charset="0"/>
                <a:cs typeface="Times New Roman" panose="02020603050405020304" pitchFamily="18" charset="0"/>
              </a:rPr>
              <a:t> Charge the battery for energy storage </a:t>
            </a:r>
          </a:p>
          <a:p>
            <a:pPr lvl="0"/>
            <a:r>
              <a:rPr lang="en-IN" sz="2400" dirty="0">
                <a:latin typeface="Times New Roman" panose="02020603050405020304" pitchFamily="18" charset="0"/>
                <a:cs typeface="Times New Roman" panose="02020603050405020304" pitchFamily="18" charset="0"/>
              </a:rPr>
              <a:t> Provide power to electronic components and motors </a:t>
            </a:r>
          </a:p>
          <a:p>
            <a:pPr lvl="0"/>
            <a:r>
              <a:rPr lang="en-IN" sz="2400" dirty="0">
                <a:latin typeface="Times New Roman" panose="02020603050405020304" pitchFamily="18" charset="0"/>
                <a:cs typeface="Times New Roman" panose="02020603050405020304" pitchFamily="18" charset="0"/>
              </a:rPr>
              <a:t> Enable the system to operate using renewable solar energy </a:t>
            </a:r>
          </a:p>
          <a:p>
            <a:pPr marL="0" indent="0" algn="just">
              <a:buNone/>
            </a:pPr>
            <a:endParaRPr lang="en-IN" dirty="0"/>
          </a:p>
          <a:p>
            <a:pPr marL="0" indent="0" algn="just">
              <a:buNone/>
            </a:pPr>
            <a:endParaRPr lang="en-IN" dirty="0"/>
          </a:p>
          <a:p>
            <a:pPr marL="0" indent="0" algn="just">
              <a:buNone/>
            </a:pPr>
            <a:r>
              <a:rPr lang="en-US" sz="2600" b="1" u="sng" dirty="0">
                <a:latin typeface="Times New Roman" panose="02020603050405020304" pitchFamily="18" charset="0"/>
                <a:cs typeface="Times New Roman" panose="02020603050405020304" pitchFamily="18" charset="0"/>
              </a:rPr>
              <a:t>MOTOR</a:t>
            </a:r>
            <a:endParaRPr lang="en-IN" sz="2600" u="sng" dirty="0"/>
          </a:p>
          <a:p>
            <a:pPr lvl="0"/>
            <a:r>
              <a:rPr lang="en-IN" sz="2400" dirty="0">
                <a:latin typeface="Times New Roman" panose="02020603050405020304" pitchFamily="18" charset="0"/>
                <a:cs typeface="Times New Roman" panose="02020603050405020304" pitchFamily="18" charset="0"/>
              </a:rPr>
              <a:t> Convert electrical energy into mechanical motion </a:t>
            </a:r>
          </a:p>
          <a:p>
            <a:pPr lvl="0"/>
            <a:r>
              <a:rPr lang="en-IN" sz="2400" dirty="0">
                <a:latin typeface="Times New Roman" panose="02020603050405020304" pitchFamily="18" charset="0"/>
                <a:cs typeface="Times New Roman" panose="02020603050405020304" pitchFamily="18" charset="0"/>
              </a:rPr>
              <a:t> Provide rotational or linear movement for the cleaning mechanism </a:t>
            </a:r>
          </a:p>
          <a:p>
            <a:pPr lvl="0"/>
            <a:r>
              <a:rPr lang="en-IN" sz="2400" dirty="0">
                <a:latin typeface="Times New Roman" panose="02020603050405020304" pitchFamily="18" charset="0"/>
                <a:cs typeface="Times New Roman" panose="02020603050405020304" pitchFamily="18" charset="0"/>
              </a:rPr>
              <a:t> Drive the brush or cleaning mechanism across the solar panel </a:t>
            </a:r>
          </a:p>
          <a:p>
            <a:pPr lvl="0"/>
            <a:r>
              <a:rPr lang="en-IN" sz="2400" dirty="0">
                <a:latin typeface="Times New Roman" panose="02020603050405020304" pitchFamily="18" charset="0"/>
                <a:cs typeface="Times New Roman" panose="02020603050405020304" pitchFamily="18" charset="0"/>
              </a:rPr>
              <a:t> Work automatically based on the control system signals </a:t>
            </a:r>
          </a:p>
          <a:p>
            <a:pPr lvl="0"/>
            <a:r>
              <a:rPr lang="en-IN" sz="2400" dirty="0">
                <a:latin typeface="Times New Roman" panose="02020603050405020304" pitchFamily="18" charset="0"/>
                <a:cs typeface="Times New Roman" panose="02020603050405020304" pitchFamily="18" charset="0"/>
              </a:rPr>
              <a:t> Enable efficient movement and operation of the solar panel </a:t>
            </a:r>
          </a:p>
          <a:p>
            <a:pPr marL="0" lvl="0" indent="0">
              <a:buNone/>
            </a:pPr>
            <a:r>
              <a:rPr lang="en-IN" sz="2400" dirty="0">
                <a:latin typeface="Times New Roman" panose="02020603050405020304" pitchFamily="18" charset="0"/>
                <a:cs typeface="Times New Roman" panose="02020603050405020304" pitchFamily="18" charset="0"/>
              </a:rPr>
              <a:t>    cleaning system </a:t>
            </a:r>
          </a:p>
          <a:p>
            <a:pPr marL="0" indent="0" algn="just">
              <a:buNone/>
            </a:pPr>
            <a:endParaRPr lang="en-IN" dirty="0"/>
          </a:p>
        </p:txBody>
      </p:sp>
      <p:pic>
        <p:nvPicPr>
          <p:cNvPr id="6" name="Picture 5">
            <a:extLst>
              <a:ext uri="{FF2B5EF4-FFF2-40B4-BE49-F238E27FC236}">
                <a16:creationId xmlns:a16="http://schemas.microsoft.com/office/drawing/2014/main" id="{9518D533-F9F9-22E3-0721-BF9A31CADB68}"/>
              </a:ext>
            </a:extLst>
          </p:cNvPr>
          <p:cNvPicPr>
            <a:picLocks noChangeAspect="1"/>
          </p:cNvPicPr>
          <p:nvPr/>
        </p:nvPicPr>
        <p:blipFill>
          <a:blip r:embed="rId2">
            <a:extLst>
              <a:ext uri="{28A0092B-C50C-407E-A947-70E740481C1C}">
                <a14:useLocalDpi xmlns:a14="http://schemas.microsoft.com/office/drawing/2010/main" val="0"/>
              </a:ext>
            </a:extLst>
          </a:blip>
          <a:srcRect l="6392" t="27276" r="66363" b="27864"/>
          <a:stretch>
            <a:fillRect/>
          </a:stretch>
        </p:blipFill>
        <p:spPr>
          <a:xfrm rot="5400000">
            <a:off x="9183275" y="943184"/>
            <a:ext cx="2266339" cy="23457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7">
            <a:extLst>
              <a:ext uri="{FF2B5EF4-FFF2-40B4-BE49-F238E27FC236}">
                <a16:creationId xmlns:a16="http://schemas.microsoft.com/office/drawing/2014/main" id="{CD09C484-3724-4589-6287-ACCA7443183F}"/>
              </a:ext>
            </a:extLst>
          </p:cNvPr>
          <p:cNvPicPr>
            <a:picLocks noChangeAspect="1"/>
          </p:cNvPicPr>
          <p:nvPr/>
        </p:nvPicPr>
        <p:blipFill>
          <a:blip r:embed="rId2">
            <a:extLst>
              <a:ext uri="{28A0092B-C50C-407E-A947-70E740481C1C}">
                <a14:useLocalDpi xmlns:a14="http://schemas.microsoft.com/office/drawing/2010/main" val="0"/>
              </a:ext>
            </a:extLst>
          </a:blip>
          <a:srcRect l="3844" t="65726" r="64130"/>
          <a:stretch>
            <a:fillRect/>
          </a:stretch>
        </p:blipFill>
        <p:spPr>
          <a:xfrm rot="5400000">
            <a:off x="9097477" y="4383060"/>
            <a:ext cx="2785441" cy="19981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Rectangle: Rounded Corners 3">
            <a:extLst>
              <a:ext uri="{FF2B5EF4-FFF2-40B4-BE49-F238E27FC236}">
                <a16:creationId xmlns:a16="http://schemas.microsoft.com/office/drawing/2014/main" id="{1F24537C-7BFA-2A94-BC95-4974F37B44F4}"/>
              </a:ext>
            </a:extLst>
          </p:cNvPr>
          <p:cNvSpPr/>
          <p:nvPr/>
        </p:nvSpPr>
        <p:spPr>
          <a:xfrm>
            <a:off x="307255" y="137650"/>
            <a:ext cx="7739465" cy="776948"/>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IN">
              <a:solidFill>
                <a:schemeClr val="tx1"/>
              </a:solidFill>
            </a:endParaRPr>
          </a:p>
        </p:txBody>
      </p:sp>
      <p:sp>
        <p:nvSpPr>
          <p:cNvPr id="7" name="TextBox 6">
            <a:extLst>
              <a:ext uri="{FF2B5EF4-FFF2-40B4-BE49-F238E27FC236}">
                <a16:creationId xmlns:a16="http://schemas.microsoft.com/office/drawing/2014/main" id="{4EB5CB3C-5BAF-9DA3-AE08-5592750A6B0B}"/>
              </a:ext>
            </a:extLst>
          </p:cNvPr>
          <p:cNvSpPr txBox="1"/>
          <p:nvPr/>
        </p:nvSpPr>
        <p:spPr>
          <a:xfrm>
            <a:off x="258095" y="137650"/>
            <a:ext cx="7788625"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FUNCTIONS OF COMPONENTS</a:t>
            </a:r>
          </a:p>
        </p:txBody>
      </p:sp>
    </p:spTree>
    <p:extLst>
      <p:ext uri="{BB962C8B-B14F-4D97-AF65-F5344CB8AC3E}">
        <p14:creationId xmlns:p14="http://schemas.microsoft.com/office/powerpoint/2010/main" val="3495309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73860-2CA5-37C5-157A-F8FEBA88F320}"/>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8F81505-5E8B-8308-E84D-D96FBC491898}"/>
              </a:ext>
            </a:extLst>
          </p:cNvPr>
          <p:cNvSpPr/>
          <p:nvPr/>
        </p:nvSpPr>
        <p:spPr>
          <a:xfrm>
            <a:off x="276727" y="73743"/>
            <a:ext cx="7854550" cy="824498"/>
          </a:xfrm>
          <a:prstGeom prst="roundRect">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solidFill>
                <a:schemeClr val="tx1"/>
              </a:solidFill>
            </a:endParaRPr>
          </a:p>
        </p:txBody>
      </p:sp>
      <p:sp>
        <p:nvSpPr>
          <p:cNvPr id="2" name="Title 1">
            <a:extLst>
              <a:ext uri="{FF2B5EF4-FFF2-40B4-BE49-F238E27FC236}">
                <a16:creationId xmlns:a16="http://schemas.microsoft.com/office/drawing/2014/main" id="{1C75BEE0-EA98-C606-2204-B9EC5F35D051}"/>
              </a:ext>
            </a:extLst>
          </p:cNvPr>
          <p:cNvSpPr>
            <a:spLocks noGrp="1"/>
          </p:cNvSpPr>
          <p:nvPr>
            <p:ph type="title"/>
          </p:nvPr>
        </p:nvSpPr>
        <p:spPr>
          <a:xfrm>
            <a:off x="276727" y="129248"/>
            <a:ext cx="7854550" cy="768993"/>
          </a:xfrm>
        </p:spPr>
        <p:txBody>
          <a:bodyPr>
            <a:noAutofit/>
          </a:bodyPr>
          <a:lstStyle/>
          <a:p>
            <a:r>
              <a:rPr lang="en-US" b="1" dirty="0">
                <a:solidFill>
                  <a:schemeClr val="bg1"/>
                </a:solidFill>
                <a:latin typeface="Times New Roman" panose="02020603050405020304" pitchFamily="18" charset="0"/>
                <a:cs typeface="Times New Roman" panose="02020603050405020304" pitchFamily="18" charset="0"/>
              </a:rPr>
              <a:t>ALL VIEWS OF THE MODEL</a:t>
            </a:r>
            <a:endParaRPr lang="en-IN" b="1" dirty="0">
              <a:solidFill>
                <a:schemeClr val="bg1"/>
              </a:solidFill>
            </a:endParaRPr>
          </a:p>
        </p:txBody>
      </p:sp>
      <p:sp>
        <p:nvSpPr>
          <p:cNvPr id="3" name="Content Placeholder 2">
            <a:extLst>
              <a:ext uri="{FF2B5EF4-FFF2-40B4-BE49-F238E27FC236}">
                <a16:creationId xmlns:a16="http://schemas.microsoft.com/office/drawing/2014/main" id="{595C4F28-2191-7CBE-2DB3-59E4155DD5BE}"/>
              </a:ext>
            </a:extLst>
          </p:cNvPr>
          <p:cNvSpPr>
            <a:spLocks noGrp="1"/>
          </p:cNvSpPr>
          <p:nvPr>
            <p:ph idx="1"/>
          </p:nvPr>
        </p:nvSpPr>
        <p:spPr>
          <a:xfrm>
            <a:off x="418583" y="1244447"/>
            <a:ext cx="11010706" cy="5461153"/>
          </a:xfrm>
        </p:spPr>
        <p:txBody>
          <a:bodyPr>
            <a:normAutofit/>
          </a:bodyPr>
          <a:lstStyle/>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p:txBody>
      </p:sp>
      <p:pic>
        <p:nvPicPr>
          <p:cNvPr id="5" name="Content Placeholder 7">
            <a:extLst>
              <a:ext uri="{FF2B5EF4-FFF2-40B4-BE49-F238E27FC236}">
                <a16:creationId xmlns:a16="http://schemas.microsoft.com/office/drawing/2014/main" id="{EFD5135C-801F-55B2-CCE2-7759C3081C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727" y="1134729"/>
            <a:ext cx="11581089" cy="557087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258727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F44E88B-053C-5359-4771-976B014F3E1D}"/>
              </a:ext>
            </a:extLst>
          </p:cNvPr>
          <p:cNvSpPr/>
          <p:nvPr/>
        </p:nvSpPr>
        <p:spPr>
          <a:xfrm>
            <a:off x="277761" y="147916"/>
            <a:ext cx="4530213" cy="639097"/>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solidFill>
                <a:schemeClr val="tx1"/>
              </a:solidFill>
            </a:endParaRPr>
          </a:p>
        </p:txBody>
      </p:sp>
      <p:sp>
        <p:nvSpPr>
          <p:cNvPr id="2" name="Title 1">
            <a:extLst>
              <a:ext uri="{FF2B5EF4-FFF2-40B4-BE49-F238E27FC236}">
                <a16:creationId xmlns:a16="http://schemas.microsoft.com/office/drawing/2014/main" id="{3F688B8C-EA9F-B8AB-8557-ADC451E319D2}"/>
              </a:ext>
            </a:extLst>
          </p:cNvPr>
          <p:cNvSpPr>
            <a:spLocks noGrp="1"/>
          </p:cNvSpPr>
          <p:nvPr>
            <p:ph type="title"/>
          </p:nvPr>
        </p:nvSpPr>
        <p:spPr>
          <a:xfrm>
            <a:off x="277761" y="-195316"/>
            <a:ext cx="10515600" cy="1325563"/>
          </a:xfrm>
        </p:spPr>
        <p:txBody>
          <a:bodyPr/>
          <a:lstStyle/>
          <a:p>
            <a:r>
              <a:rPr lang="en-IN" b="1" dirty="0">
                <a:solidFill>
                  <a:schemeClr val="bg1"/>
                </a:solidFill>
                <a:latin typeface="Times New Roman" panose="02020603050405020304" pitchFamily="18" charset="0"/>
                <a:cs typeface="Times New Roman" panose="02020603050405020304" pitchFamily="18" charset="0"/>
              </a:rPr>
              <a:t>FUTURE WORK </a:t>
            </a:r>
          </a:p>
        </p:txBody>
      </p:sp>
      <p:sp>
        <p:nvSpPr>
          <p:cNvPr id="3" name="Content Placeholder 2">
            <a:extLst>
              <a:ext uri="{FF2B5EF4-FFF2-40B4-BE49-F238E27FC236}">
                <a16:creationId xmlns:a16="http://schemas.microsoft.com/office/drawing/2014/main" id="{1BDB85AD-F9D5-7794-9540-A78E736817F3}"/>
              </a:ext>
            </a:extLst>
          </p:cNvPr>
          <p:cNvSpPr>
            <a:spLocks noGrp="1"/>
          </p:cNvSpPr>
          <p:nvPr>
            <p:ph idx="1"/>
          </p:nvPr>
        </p:nvSpPr>
        <p:spPr>
          <a:xfrm>
            <a:off x="-140108" y="1336725"/>
            <a:ext cx="12054347" cy="4483972"/>
          </a:xfrm>
        </p:spPr>
        <p:txBody>
          <a:bodyPr>
            <a:noAutofit/>
          </a:bodyPr>
          <a:lstStyle/>
          <a:p>
            <a:pPr marL="457200" lvl="1" indent="0" algn="just">
              <a:buNone/>
            </a:pPr>
            <a:r>
              <a:rPr lang="en-IN" sz="2800" dirty="0">
                <a:latin typeface="Times New Roman" panose="02020603050405020304" pitchFamily="18" charset="0"/>
                <a:cs typeface="Times New Roman" panose="02020603050405020304" pitchFamily="18" charset="0"/>
              </a:rPr>
              <a:t>The future work of the solar panel cleaning system can focus on improving its automation, efficiency, and reliability. Dust and environmental sensors can be integrated to automatically detect dirt accumulation and initiate the cleaning process when required. IoT-based monitoring can allow users to control and monitor the system remotely through a mobile application. The system can also be powered using solar energy generated by the panel itself, making it more energy-efficient and sustainable. Future developments may include waterless cleaning mechanisms, weather-based control, AI-based cleaning schedules, and improved robotic movement for different sizes and orientations of solar panels. The system can also be further developed for large-scale solar power plants to clean multiple panels automatically while reducing maintenance cost and improving overall power generation efficiency.</a:t>
            </a:r>
          </a:p>
        </p:txBody>
      </p:sp>
    </p:spTree>
    <p:extLst>
      <p:ext uri="{BB962C8B-B14F-4D97-AF65-F5344CB8AC3E}">
        <p14:creationId xmlns:p14="http://schemas.microsoft.com/office/powerpoint/2010/main" val="20792226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DAC78DA-DC92-ECEF-19EA-756FFA8C6FBB}"/>
              </a:ext>
            </a:extLst>
          </p:cNvPr>
          <p:cNvSpPr/>
          <p:nvPr/>
        </p:nvSpPr>
        <p:spPr>
          <a:xfrm>
            <a:off x="386243" y="282644"/>
            <a:ext cx="3673823" cy="639097"/>
          </a:xfrm>
          <a:prstGeom prst="roundRect">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solidFill>
                <a:schemeClr val="tx1"/>
              </a:solidFill>
            </a:endParaRPr>
          </a:p>
        </p:txBody>
      </p:sp>
      <p:sp>
        <p:nvSpPr>
          <p:cNvPr id="2" name="Title 1">
            <a:extLst>
              <a:ext uri="{FF2B5EF4-FFF2-40B4-BE49-F238E27FC236}">
                <a16:creationId xmlns:a16="http://schemas.microsoft.com/office/drawing/2014/main" id="{3D6969CD-0EBD-8460-375D-7736FFD13D45}"/>
              </a:ext>
            </a:extLst>
          </p:cNvPr>
          <p:cNvSpPr>
            <a:spLocks noGrp="1"/>
          </p:cNvSpPr>
          <p:nvPr>
            <p:ph type="title"/>
          </p:nvPr>
        </p:nvSpPr>
        <p:spPr>
          <a:xfrm>
            <a:off x="386243" y="282644"/>
            <a:ext cx="3673822" cy="676716"/>
          </a:xfrm>
        </p:spPr>
        <p:txBody>
          <a:bodyPr>
            <a:normAutofit fontScale="90000"/>
          </a:bodyPr>
          <a:lstStyle/>
          <a:p>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114C215-4708-CF05-1CBF-713DBF84B5B2}"/>
              </a:ext>
            </a:extLst>
          </p:cNvPr>
          <p:cNvSpPr txBox="1"/>
          <p:nvPr/>
        </p:nvSpPr>
        <p:spPr>
          <a:xfrm>
            <a:off x="386243" y="1362134"/>
            <a:ext cx="11235814" cy="5109091"/>
          </a:xfrm>
          <a:prstGeom prst="rect">
            <a:avLst/>
          </a:prstGeom>
          <a:noFill/>
        </p:spPr>
        <p:txBody>
          <a:bodyPr wrap="square">
            <a:spAutoFit/>
          </a:bodyPr>
          <a:lstStyle/>
          <a:p>
            <a:pPr algn="just"/>
            <a:endParaRPr lang="en-IN" dirty="0"/>
          </a:p>
          <a:p>
            <a:pPr algn="just">
              <a:lnSpc>
                <a:spcPct val="100000"/>
              </a:lnSpc>
            </a:pPr>
            <a:endParaRPr lang="en-IN" sz="2800" dirty="0">
              <a:latin typeface="Times New Roman" panose="02020603050405020304" pitchFamily="18" charset="0"/>
              <a:cs typeface="Times New Roman" panose="02020603050405020304" pitchFamily="18" charset="0"/>
            </a:endParaRPr>
          </a:p>
          <a:p>
            <a:pPr algn="just">
              <a:lnSpc>
                <a:spcPct val="100000"/>
              </a:lnSpc>
            </a:pPr>
            <a:r>
              <a:rPr lang="en-IN" sz="2800" dirty="0">
                <a:latin typeface="Times New Roman" panose="02020603050405020304" pitchFamily="18" charset="0"/>
                <a:cs typeface="Times New Roman" panose="02020603050405020304" pitchFamily="18" charset="0"/>
              </a:rPr>
              <a:t>The solar panel cleaning system is designed to provide an effective and efficient solution for removing dust, dirt, and other particles accumulated on the surface of solar panels. Regular cleaning helps maintain maximum sunlight absorption and improves the overall power generation efficiency of the solar panel. The proposed system reduces manual effort, saves time, and provides a safer and more convenient cleaning method. By using an automated mechanism, the system can perform cleaning operations efficiently and consistently. Overall, the solar panel cleaning system is a practical, cost-effective, and sustainable solution that can help improve the performance and lifespan of solar power systems.</a:t>
            </a:r>
          </a:p>
        </p:txBody>
      </p:sp>
    </p:spTree>
    <p:extLst>
      <p:ext uri="{BB962C8B-B14F-4D97-AF65-F5344CB8AC3E}">
        <p14:creationId xmlns:p14="http://schemas.microsoft.com/office/powerpoint/2010/main" val="6443226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4D2C1-C224-C84F-11FC-2A3F7E60A85C}"/>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3D81272C-18F4-AB5B-C20F-54BA6A3EB626}"/>
              </a:ext>
            </a:extLst>
          </p:cNvPr>
          <p:cNvSpPr txBox="1"/>
          <p:nvPr/>
        </p:nvSpPr>
        <p:spPr>
          <a:xfrm>
            <a:off x="7181736" y="4268063"/>
            <a:ext cx="3063477" cy="1477328"/>
          </a:xfrm>
          <a:prstGeom prst="rect">
            <a:avLst/>
          </a:prstGeom>
          <a:noFill/>
        </p:spPr>
        <p:txBody>
          <a:bodyPr wrap="square" numCol="2" rtlCol="0">
            <a:noAutofit/>
          </a:bodyPr>
          <a:lstStyle/>
          <a:p>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E767904-C0F1-A439-D4C9-8078B04444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7591" y="809736"/>
            <a:ext cx="2276818" cy="2287028"/>
          </a:xfrm>
          <a:prstGeom prst="rect">
            <a:avLst/>
          </a:prstGeom>
          <a:solidFill>
            <a:srgbClr val="FFFFFF">
              <a:shade val="85000"/>
            </a:srgbClr>
          </a:solidFill>
          <a:ln w="88900" cap="sq">
            <a:noFill/>
            <a:miter lim="800000"/>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2" name="TextBox 1">
            <a:extLst>
              <a:ext uri="{FF2B5EF4-FFF2-40B4-BE49-F238E27FC236}">
                <a16:creationId xmlns:a16="http://schemas.microsoft.com/office/drawing/2014/main" id="{74A568EC-13CE-1211-3BBA-2B1BA8934376}"/>
              </a:ext>
            </a:extLst>
          </p:cNvPr>
          <p:cNvSpPr txBox="1"/>
          <p:nvPr/>
        </p:nvSpPr>
        <p:spPr>
          <a:xfrm>
            <a:off x="491613" y="3854244"/>
            <a:ext cx="165066" cy="339835"/>
          </a:xfrm>
          <a:prstGeom prst="rect">
            <a:avLst/>
          </a:prstGeom>
          <a:noFill/>
        </p:spPr>
        <p:txBody>
          <a:bodyPr wrap="square" rtlCol="0">
            <a:spAutoFit/>
          </a:bodyPr>
          <a:lstStyle/>
          <a:p>
            <a:endParaRPr lang="en-IN"/>
          </a:p>
        </p:txBody>
      </p:sp>
      <p:sp>
        <p:nvSpPr>
          <p:cNvPr id="6" name="Rectangle: Rounded Corners 5">
            <a:extLst>
              <a:ext uri="{FF2B5EF4-FFF2-40B4-BE49-F238E27FC236}">
                <a16:creationId xmlns:a16="http://schemas.microsoft.com/office/drawing/2014/main" id="{4C363996-6356-B0AB-9758-8916E457E899}"/>
              </a:ext>
            </a:extLst>
          </p:cNvPr>
          <p:cNvSpPr/>
          <p:nvPr/>
        </p:nvSpPr>
        <p:spPr>
          <a:xfrm>
            <a:off x="3572431" y="3854244"/>
            <a:ext cx="5141043" cy="876300"/>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solidFill>
                <a:schemeClr val="tx1"/>
              </a:solidFill>
            </a:endParaRPr>
          </a:p>
        </p:txBody>
      </p:sp>
      <p:sp>
        <p:nvSpPr>
          <p:cNvPr id="7" name="Title 3">
            <a:extLst>
              <a:ext uri="{FF2B5EF4-FFF2-40B4-BE49-F238E27FC236}">
                <a16:creationId xmlns:a16="http://schemas.microsoft.com/office/drawing/2014/main" id="{792E704A-8BDD-1875-EF34-03CE4E52A53A}"/>
              </a:ext>
            </a:extLst>
          </p:cNvPr>
          <p:cNvSpPr txBox="1">
            <a:spLocks/>
          </p:cNvSpPr>
          <p:nvPr/>
        </p:nvSpPr>
        <p:spPr>
          <a:xfrm>
            <a:off x="3380702" y="3510583"/>
            <a:ext cx="5524500" cy="1309252"/>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lang="en-US" sz="4800" b="0" kern="1200" spc="-110" baseline="0" dirty="0">
                <a:solidFill>
                  <a:schemeClr val="tx1"/>
                </a:solidFill>
                <a:latin typeface="+mj-lt"/>
                <a:ea typeface="+mj-ea"/>
                <a:cs typeface="+mj-cs"/>
              </a:defRPr>
            </a:lvl1pPr>
          </a:lstStyle>
          <a:p>
            <a:pPr algn="ctr"/>
            <a:r>
              <a:rPr lang="en-IN" sz="66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294089558"/>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 id="{4524321E-1019-4E52-AA1C-5D37B75CD749}" vid="{4A46179B-AA1B-40E1-9320-430DA2EBD8E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1212</TotalTime>
  <Words>931</Words>
  <Application>Microsoft Office PowerPoint</Application>
  <PresentationFormat>Widescreen</PresentationFormat>
  <Paragraphs>100</Paragraphs>
  <Slides>13</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Arial</vt:lpstr>
      <vt:lpstr>Calibri</vt:lpstr>
      <vt:lpstr>Calibri Light</vt:lpstr>
      <vt:lpstr>Neue Haas Grotesk Text Pro</vt:lpstr>
      <vt:lpstr>Times New Roman</vt:lpstr>
      <vt:lpstr>Office Theme</vt:lpstr>
      <vt:lpstr>Film Burn</vt:lpstr>
      <vt:lpstr>PowerPoint Presentation</vt:lpstr>
      <vt:lpstr>INTRODUCTION OF THE MODEL</vt:lpstr>
      <vt:lpstr>LITERATURE REVIEW</vt:lpstr>
      <vt:lpstr>PROBLEM STATEMENT</vt:lpstr>
      <vt:lpstr>OBJECTIVES</vt:lpstr>
      <vt:lpstr>METHODOLOGY</vt:lpstr>
      <vt:lpstr>PowerPoint Presentation</vt:lpstr>
      <vt:lpstr>RELAY MODEL</vt:lpstr>
      <vt:lpstr>PowerPoint Presentation</vt:lpstr>
      <vt:lpstr>ALL VIEWS OF THE MODEL</vt:lpstr>
      <vt:lpstr>FUTURE WORK </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bhuvaneshwari kubakaddi</dc:creator>
  <cp:lastModifiedBy>bhuvaneshwari kubakaddi</cp:lastModifiedBy>
  <cp:revision>61</cp:revision>
  <dcterms:created xsi:type="dcterms:W3CDTF">2025-09-18T17:10:22Z</dcterms:created>
  <dcterms:modified xsi:type="dcterms:W3CDTF">2026-09-05T11:04:18Z</dcterms:modified>
</cp:coreProperties>
</file>